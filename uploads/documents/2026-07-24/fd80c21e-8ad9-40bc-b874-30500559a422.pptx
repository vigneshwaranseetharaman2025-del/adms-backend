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2"/>
    <p:sldId id="265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6362"/>
    <a:srgbClr val="A33030"/>
    <a:srgbClr val="DF912F"/>
    <a:srgbClr val="6EA6B3"/>
    <a:srgbClr val="62B934"/>
    <a:srgbClr val="34780F"/>
    <a:srgbClr val="A4DC85"/>
    <a:srgbClr val="9BCCDA"/>
    <a:srgbClr val="BD282A"/>
    <a:srgbClr val="9A22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8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2430" y="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D392-894F-4E36-8848-9FE72BF3B5CA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74F9-2953-4E65-B9C4-28122172E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creenshot of a cell phone&#10;&#10;Description automatically generated">
            <a:extLst>
              <a:ext uri="{FF2B5EF4-FFF2-40B4-BE49-F238E27FC236}">
                <a16:creationId xmlns:a16="http://schemas.microsoft.com/office/drawing/2014/main" id="{3B8CAD08-5A8F-4BAC-8177-9864924DA8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057400"/>
            <a:ext cx="4724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5153027"/>
            <a:ext cx="3657600" cy="10668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A2A2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A2A2A"/>
                </a:solidFill>
              </a:defRPr>
            </a:lvl1pPr>
            <a:lvl2pPr>
              <a:defRPr>
                <a:solidFill>
                  <a:srgbClr val="2A2A2A"/>
                </a:solidFill>
              </a:defRPr>
            </a:lvl2pPr>
            <a:lvl3pPr>
              <a:defRPr>
                <a:solidFill>
                  <a:srgbClr val="2A2A2A"/>
                </a:solidFill>
              </a:defRPr>
            </a:lvl3pPr>
            <a:lvl4pPr>
              <a:defRPr>
                <a:solidFill>
                  <a:srgbClr val="2A2A2A"/>
                </a:solidFill>
              </a:defRPr>
            </a:lvl4pPr>
            <a:lvl5pPr>
              <a:defRPr>
                <a:solidFill>
                  <a:srgbClr val="2A2A2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753E5E-A435-4974-833C-2E06F82F68B2}"/>
              </a:ext>
            </a:extLst>
          </p:cNvPr>
          <p:cNvSpPr/>
          <p:nvPr userDrawn="1"/>
        </p:nvSpPr>
        <p:spPr>
          <a:xfrm>
            <a:off x="838200" y="2389175"/>
            <a:ext cx="6934200" cy="2305056"/>
          </a:xfrm>
          <a:prstGeom prst="rect">
            <a:avLst/>
          </a:prstGeom>
          <a:solidFill>
            <a:srgbClr val="A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CB133-7255-40E6-A836-15F1649605AB}"/>
              </a:ext>
            </a:extLst>
          </p:cNvPr>
          <p:cNvSpPr/>
          <p:nvPr userDrawn="1"/>
        </p:nvSpPr>
        <p:spPr>
          <a:xfrm>
            <a:off x="7920000" y="2389175"/>
            <a:ext cx="1224000" cy="2305056"/>
          </a:xfrm>
          <a:prstGeom prst="rect">
            <a:avLst/>
          </a:prstGeom>
          <a:solidFill>
            <a:srgbClr val="D363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3328987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3FBA9-F305-4A8F-ABA6-04933AEFBF59}"/>
              </a:ext>
            </a:extLst>
          </p:cNvPr>
          <p:cNvSpPr/>
          <p:nvPr userDrawn="1"/>
        </p:nvSpPr>
        <p:spPr>
          <a:xfrm>
            <a:off x="0" y="2376486"/>
            <a:ext cx="690600" cy="2305056"/>
          </a:xfrm>
          <a:prstGeom prst="rect">
            <a:avLst/>
          </a:prstGeom>
          <a:solidFill>
            <a:srgbClr val="D363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20C9D2C-9FC8-401D-B6B7-9E740C099B5E}"/>
              </a:ext>
            </a:extLst>
          </p:cNvPr>
          <p:cNvSpPr/>
          <p:nvPr userDrawn="1"/>
        </p:nvSpPr>
        <p:spPr>
          <a:xfrm>
            <a:off x="8260967" y="6492875"/>
            <a:ext cx="720000" cy="365125"/>
          </a:xfrm>
          <a:prstGeom prst="rect">
            <a:avLst/>
          </a:prstGeom>
          <a:solidFill>
            <a:srgbClr val="D363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0633"/>
            <a:ext cx="8534400" cy="992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417637"/>
            <a:ext cx="85344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ext Box 7"/>
          <p:cNvSpPr txBox="1">
            <a:spLocks noChangeArrowheads="1"/>
          </p:cNvSpPr>
          <p:nvPr userDrawn="1"/>
        </p:nvSpPr>
        <p:spPr bwMode="auto">
          <a:xfrm>
            <a:off x="173666" y="6527311"/>
            <a:ext cx="47021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© 2020 Aithent    All rights reserved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ltGray">
          <a:xfrm>
            <a:off x="8320088" y="6523586"/>
            <a:ext cx="595312" cy="381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736" tIns="45368" rIns="90736" bIns="45368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fld id="{90B17A53-B51B-4487-867F-1C83F1AD35A1}" type="slidenum">
              <a:rPr lang="en-US" altLang="en-US" sz="1100" smtClean="0">
                <a:solidFill>
                  <a:schemeClr val="bg1"/>
                </a:solidFill>
                <a:latin typeface="+mj-lt"/>
              </a:rPr>
              <a:pPr algn="ctr" eaLnBrk="0" hangingPunct="0">
                <a:defRPr/>
              </a:pPr>
              <a:t>‹#›</a:t>
            </a:fld>
            <a:endParaRPr lang="en-US" altLang="en-US" sz="1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4FF520-6460-45CD-9EBF-CF8452819DD6}"/>
              </a:ext>
            </a:extLst>
          </p:cNvPr>
          <p:cNvSpPr/>
          <p:nvPr userDrawn="1"/>
        </p:nvSpPr>
        <p:spPr>
          <a:xfrm rot="16200000">
            <a:off x="425666" y="-251999"/>
            <a:ext cx="216000" cy="720000"/>
          </a:xfrm>
          <a:prstGeom prst="rect">
            <a:avLst/>
          </a:prstGeom>
          <a:solidFill>
            <a:srgbClr val="DF9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6C3D94-E4A6-42F3-B55E-A0650F06AD41}"/>
              </a:ext>
            </a:extLst>
          </p:cNvPr>
          <p:cNvSpPr/>
          <p:nvPr userDrawn="1"/>
        </p:nvSpPr>
        <p:spPr>
          <a:xfrm rot="16200000">
            <a:off x="1318800" y="-251999"/>
            <a:ext cx="216000" cy="720000"/>
          </a:xfrm>
          <a:prstGeom prst="rect">
            <a:avLst/>
          </a:prstGeom>
          <a:solidFill>
            <a:srgbClr val="D363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6A1FCB-9E60-4E16-8696-1FBC957EA9B7}"/>
              </a:ext>
            </a:extLst>
          </p:cNvPr>
          <p:cNvSpPr/>
          <p:nvPr userDrawn="1"/>
        </p:nvSpPr>
        <p:spPr>
          <a:xfrm rot="16200000">
            <a:off x="2233200" y="-251999"/>
            <a:ext cx="216000" cy="720000"/>
          </a:xfrm>
          <a:prstGeom prst="rect">
            <a:avLst/>
          </a:prstGeom>
          <a:solidFill>
            <a:srgbClr val="A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v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488733-1DDD-4ADE-B4FF-A20ED9138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Small Title</a:t>
            </a:r>
            <a:br>
              <a:rPr lang="en-US" dirty="0"/>
            </a:br>
            <a:r>
              <a:rPr lang="en-US" sz="6000" dirty="0"/>
              <a:t>Main Heading</a:t>
            </a: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9ED64FD-60D0-4668-A659-33184E74E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Presenter: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Date: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2A4567-FBDF-49EB-9AED-9120539D9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09600"/>
            <a:ext cx="1907998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3B99-7A1E-4045-957D-73FAE070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1280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5</Words>
  <Application>Microsoft Office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Courier New</vt:lpstr>
      <vt:lpstr>Wingdings</vt:lpstr>
      <vt:lpstr>Office Theme</vt:lpstr>
      <vt:lpstr>Small Title Main Heading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shiva</dc:creator>
  <cp:lastModifiedBy>Shivakumar M.</cp:lastModifiedBy>
  <cp:revision>218</cp:revision>
  <dcterms:created xsi:type="dcterms:W3CDTF">2018-12-19T11:04:59Z</dcterms:created>
  <dcterms:modified xsi:type="dcterms:W3CDTF">2020-01-02T13:07:38Z</dcterms:modified>
</cp:coreProperties>
</file>