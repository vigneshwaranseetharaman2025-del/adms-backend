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56" r:id="rId2"/>
    <p:sldId id="272" r:id="rId3"/>
  </p:sldIdLst>
  <p:sldSz cx="12192000" cy="6858000"/>
  <p:notesSz cx="9144000" cy="6858000"/>
  <p:defaultTextStyle>
    <a:defPPr>
      <a:defRPr lang="en-US"/>
    </a:defPPr>
    <a:lvl1pPr marL="0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02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02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05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04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07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08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09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10" algn="l" defTabSz="91420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DB4"/>
    <a:srgbClr val="F5F5F5"/>
    <a:srgbClr val="F7F7F7"/>
    <a:srgbClr val="FBFBFB"/>
    <a:srgbClr val="3D454D"/>
    <a:srgbClr val="BC3B2D"/>
    <a:srgbClr val="F2D761"/>
    <a:srgbClr val="F48574"/>
    <a:srgbClr val="77B948"/>
    <a:srgbClr val="0FA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1554" y="84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1DD392-894F-4E36-8848-9FE72BF3B5CA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74F9-2953-4E65-B9C4-28122172EAE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A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DE2BC4-E8B4-4538-8143-65B3179B9345}"/>
              </a:ext>
            </a:extLst>
          </p:cNvPr>
          <p:cNvSpPr/>
          <p:nvPr userDrawn="1"/>
        </p:nvSpPr>
        <p:spPr>
          <a:xfrm>
            <a:off x="0" y="2227202"/>
            <a:ext cx="12192000" cy="46654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A6B92-1CDB-4372-A9B7-364E379F4749}"/>
              </a:ext>
            </a:extLst>
          </p:cNvPr>
          <p:cNvSpPr/>
          <p:nvPr userDrawn="1"/>
        </p:nvSpPr>
        <p:spPr>
          <a:xfrm>
            <a:off x="0" y="-76200"/>
            <a:ext cx="12192000" cy="4665420"/>
          </a:xfrm>
          <a:prstGeom prst="rect">
            <a:avLst/>
          </a:prstGeom>
          <a:solidFill>
            <a:srgbClr val="00ADB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38800" y="5001974"/>
            <a:ext cx="5943600" cy="94162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6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23341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51200" y="1628189"/>
            <a:ext cx="5689600" cy="1800811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1437"/>
            <a:ext cx="11353800" cy="4830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1200"/>
              </a:spcBef>
              <a:defRPr sz="2400">
                <a:solidFill>
                  <a:srgbClr val="3D454D"/>
                </a:solidFill>
              </a:defRPr>
            </a:lvl1pPr>
            <a:lvl2pPr>
              <a:spcBef>
                <a:spcPts val="1200"/>
              </a:spcBef>
              <a:buSzPct val="75000"/>
              <a:buFont typeface="Courier New" panose="02070309020205020404" pitchFamily="49" charset="0"/>
              <a:buChar char="o"/>
              <a:defRPr sz="2000">
                <a:solidFill>
                  <a:srgbClr val="3D454D"/>
                </a:solidFill>
              </a:defRPr>
            </a:lvl2pPr>
            <a:lvl3pPr>
              <a:spcBef>
                <a:spcPts val="1200"/>
              </a:spcBef>
              <a:defRPr sz="1800">
                <a:solidFill>
                  <a:srgbClr val="3D454D"/>
                </a:solidFill>
              </a:defRPr>
            </a:lvl3pPr>
            <a:lvl4pPr>
              <a:spcBef>
                <a:spcPts val="1200"/>
              </a:spcBef>
              <a:defRPr sz="1600">
                <a:solidFill>
                  <a:srgbClr val="3D454D"/>
                </a:solidFill>
              </a:defRPr>
            </a:lvl4pPr>
            <a:lvl5pPr>
              <a:spcBef>
                <a:spcPts val="1200"/>
              </a:spcBef>
              <a:defRPr sz="1400">
                <a:solidFill>
                  <a:srgbClr val="3D454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>
            <a:lvl1pPr>
              <a:defRPr>
                <a:solidFill>
                  <a:srgbClr val="2A2A2A"/>
                </a:solidFill>
              </a:defRPr>
            </a:lvl1pPr>
          </a:lstStyle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638D6-9A17-4380-AD0B-758245B50E30}"/>
              </a:ext>
            </a:extLst>
          </p:cNvPr>
          <p:cNvSpPr/>
          <p:nvPr userDrawn="1"/>
        </p:nvSpPr>
        <p:spPr>
          <a:xfrm>
            <a:off x="0" y="2906713"/>
            <a:ext cx="12192000" cy="2862266"/>
          </a:xfrm>
          <a:prstGeom prst="rect">
            <a:avLst/>
          </a:prstGeom>
          <a:solidFill>
            <a:srgbClr val="76B9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00">
                <a:solidFill>
                  <a:schemeClr val="bg1"/>
                </a:solidFill>
              </a:defRPr>
            </a:lvl1pPr>
            <a:lvl2pPr marL="45710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0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0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40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50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260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1997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681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173901-3D4A-45FD-B6D6-8FC02AAF272B}"/>
              </a:ext>
            </a:extLst>
          </p:cNvPr>
          <p:cNvSpPr/>
          <p:nvPr userDrawn="1"/>
        </p:nvSpPr>
        <p:spPr>
          <a:xfrm>
            <a:off x="-11575" y="0"/>
            <a:ext cx="12240000" cy="10890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417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9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50000" y="1341700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9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38340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02" indent="0">
              <a:buNone/>
              <a:defRPr sz="1900" b="1"/>
            </a:lvl2pPr>
            <a:lvl3pPr marL="914202" indent="0">
              <a:buNone/>
              <a:defRPr sz="1800" b="1"/>
            </a:lvl3pPr>
            <a:lvl4pPr marL="1371305" indent="0">
              <a:buNone/>
              <a:defRPr sz="1600" b="1"/>
            </a:lvl4pPr>
            <a:lvl5pPr marL="1828404" indent="0">
              <a:buNone/>
              <a:defRPr sz="1600" b="1"/>
            </a:lvl5pPr>
            <a:lvl6pPr marL="2285507" indent="0">
              <a:buNone/>
              <a:defRPr sz="1600" b="1"/>
            </a:lvl6pPr>
            <a:lvl7pPr marL="2742608" indent="0">
              <a:buNone/>
              <a:defRPr sz="1600" b="1"/>
            </a:lvl7pPr>
            <a:lvl8pPr marL="3199709" indent="0">
              <a:buNone/>
              <a:defRPr sz="1600" b="1"/>
            </a:lvl8pPr>
            <a:lvl9pPr marL="365681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978101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19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45767" y="1338340"/>
            <a:ext cx="5389033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02" indent="0">
              <a:buNone/>
              <a:defRPr sz="1900" b="1"/>
            </a:lvl2pPr>
            <a:lvl3pPr marL="914202" indent="0">
              <a:buNone/>
              <a:defRPr sz="1800" b="1"/>
            </a:lvl3pPr>
            <a:lvl4pPr marL="1371305" indent="0">
              <a:buNone/>
              <a:defRPr sz="1600" b="1"/>
            </a:lvl4pPr>
            <a:lvl5pPr marL="1828404" indent="0">
              <a:buNone/>
              <a:defRPr sz="1600" b="1"/>
            </a:lvl5pPr>
            <a:lvl6pPr marL="2285507" indent="0">
              <a:buNone/>
              <a:defRPr sz="1600" b="1"/>
            </a:lvl6pPr>
            <a:lvl7pPr marL="2742608" indent="0">
              <a:buNone/>
              <a:defRPr sz="1600" b="1"/>
            </a:lvl7pPr>
            <a:lvl8pPr marL="3199709" indent="0">
              <a:buNone/>
              <a:defRPr sz="1600" b="1"/>
            </a:lvl8pPr>
            <a:lvl9pPr marL="365681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45767" y="1978101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19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1143000"/>
            <a:ext cx="4011084" cy="292102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43000"/>
            <a:ext cx="6815667" cy="4983169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665287"/>
            <a:ext cx="4011084" cy="446087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102" indent="0">
              <a:buNone/>
              <a:defRPr sz="1200"/>
            </a:lvl2pPr>
            <a:lvl3pPr marL="914202" indent="0">
              <a:buNone/>
              <a:defRPr sz="1000"/>
            </a:lvl3pPr>
            <a:lvl4pPr marL="1371305" indent="0">
              <a:buNone/>
              <a:defRPr sz="900"/>
            </a:lvl4pPr>
            <a:lvl5pPr marL="1828404" indent="0">
              <a:buNone/>
              <a:defRPr sz="900"/>
            </a:lvl5pPr>
            <a:lvl6pPr marL="2285507" indent="0">
              <a:buNone/>
              <a:defRPr sz="900"/>
            </a:lvl6pPr>
            <a:lvl7pPr marL="2742608" indent="0">
              <a:buNone/>
              <a:defRPr sz="900"/>
            </a:lvl7pPr>
            <a:lvl8pPr marL="3199709" indent="0">
              <a:buNone/>
              <a:defRPr sz="900"/>
            </a:lvl8pPr>
            <a:lvl9pPr marL="365681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1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19199"/>
            <a:ext cx="7315200" cy="3508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02" indent="0">
              <a:buNone/>
              <a:defRPr sz="2800"/>
            </a:lvl2pPr>
            <a:lvl3pPr marL="914202" indent="0">
              <a:buNone/>
              <a:defRPr sz="2400"/>
            </a:lvl3pPr>
            <a:lvl4pPr marL="1371305" indent="0">
              <a:buNone/>
              <a:defRPr sz="1900"/>
            </a:lvl4pPr>
            <a:lvl5pPr marL="1828404" indent="0">
              <a:buNone/>
              <a:defRPr sz="1900"/>
            </a:lvl5pPr>
            <a:lvl6pPr marL="2285507" indent="0">
              <a:buNone/>
              <a:defRPr sz="1900"/>
            </a:lvl6pPr>
            <a:lvl7pPr marL="2742608" indent="0">
              <a:buNone/>
              <a:defRPr sz="1900"/>
            </a:lvl7pPr>
            <a:lvl8pPr marL="3199709" indent="0">
              <a:buNone/>
              <a:defRPr sz="1900"/>
            </a:lvl8pPr>
            <a:lvl9pPr marL="3656810" indent="0">
              <a:buNone/>
              <a:defRPr sz="19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/>
            </a:lvl1pPr>
            <a:lvl2pPr marL="457102" indent="0">
              <a:buNone/>
              <a:defRPr sz="1200"/>
            </a:lvl2pPr>
            <a:lvl3pPr marL="914202" indent="0">
              <a:buNone/>
              <a:defRPr sz="1000"/>
            </a:lvl3pPr>
            <a:lvl4pPr marL="1371305" indent="0">
              <a:buNone/>
              <a:defRPr sz="900"/>
            </a:lvl4pPr>
            <a:lvl5pPr marL="1828404" indent="0">
              <a:buNone/>
              <a:defRPr sz="900"/>
            </a:lvl5pPr>
            <a:lvl6pPr marL="2285507" indent="0">
              <a:buNone/>
              <a:defRPr sz="900"/>
            </a:lvl6pPr>
            <a:lvl7pPr marL="2742608" indent="0">
              <a:buNone/>
              <a:defRPr sz="900"/>
            </a:lvl7pPr>
            <a:lvl8pPr marL="3199709" indent="0">
              <a:buNone/>
              <a:defRPr sz="900"/>
            </a:lvl8pPr>
            <a:lvl9pPr marL="365681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341437"/>
            <a:ext cx="11353800" cy="48307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2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6ADA111-7554-44BF-BB32-311DEEB0D086}" type="datetimeFigureOut">
              <a:rPr lang="en-US" smtClean="0"/>
              <a:pPr/>
              <a:t>1/4/2021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lIns="91420" tIns="45711" rIns="91420" bIns="45711"/>
          <a:lstStyle/>
          <a:p>
            <a:fld id="{4A95A070-2004-4B44-A743-C520F58923A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5784D6-2804-4EF6-B665-5C95BA895DD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79" y="0"/>
            <a:ext cx="12199354" cy="687599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0"/>
            <a:ext cx="11353800" cy="1143000"/>
          </a:xfrm>
          <a:prstGeom prst="rect">
            <a:avLst/>
          </a:prstGeom>
        </p:spPr>
        <p:txBody>
          <a:bodyPr vert="horz" lIns="91420" tIns="45711" rIns="91420" bIns="45711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/>
          <p:cNvSpPr>
            <a:spLocks noChangeArrowheads="1"/>
          </p:cNvSpPr>
          <p:nvPr userDrawn="1"/>
        </p:nvSpPr>
        <p:spPr bwMode="ltGray">
          <a:xfrm>
            <a:off x="10331451" y="6536800"/>
            <a:ext cx="793749" cy="381000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716" tIns="45358" rIns="90716" bIns="45358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>
              <a:defRPr/>
            </a:pPr>
            <a:fld id="{90B17A53-B51B-4487-867F-1C83F1AD35A1}" type="slidenum">
              <a:rPr lang="en-US" altLang="en-US" sz="10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pPr algn="ctr" eaLnBrk="0" hangingPunct="0">
                <a:defRPr/>
              </a:pPr>
              <a:t>‹#›</a:t>
            </a:fld>
            <a:endParaRPr lang="en-US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Text Box 7"/>
          <p:cNvSpPr txBox="1">
            <a:spLocks noChangeArrowheads="1"/>
          </p:cNvSpPr>
          <p:nvPr userDrawn="1"/>
        </p:nvSpPr>
        <p:spPr bwMode="auto">
          <a:xfrm>
            <a:off x="288195" y="6542809"/>
            <a:ext cx="626956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>
              <a:defRPr/>
            </a:pPr>
            <a:r>
              <a:rPr lang="en-US" altLang="en-US" sz="1000" dirty="0">
                <a:solidFill>
                  <a:schemeClr val="bg1"/>
                </a:solidFill>
                <a:latin typeface="+mj-lt"/>
                <a:ea typeface="Calibri" pitchFamily="34" charset="0"/>
                <a:cs typeface="Calibri" pitchFamily="34" charset="0"/>
              </a:rPr>
              <a:t>© 2021 Aithent    All rights reserved</a:t>
            </a:r>
            <a:endParaRPr lang="en-US" altLang="en-US" sz="1800" dirty="0">
              <a:solidFill>
                <a:schemeClr val="bg1"/>
              </a:solidFill>
              <a:latin typeface="+mj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801D182-AEFA-46B6-8A32-A71B82EB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41106"/>
            <a:ext cx="11353800" cy="49188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53F0B-3B64-4350-AEAB-3C9E07CB4E3A}"/>
              </a:ext>
            </a:extLst>
          </p:cNvPr>
          <p:cNvSpPr txBox="1"/>
          <p:nvPr userDrawn="1"/>
        </p:nvSpPr>
        <p:spPr>
          <a:xfrm>
            <a:off x="8690186" y="55905"/>
            <a:ext cx="3427393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dirty="0">
                <a:solidFill>
                  <a:srgbClr val="F5F5F5"/>
                </a:solidFill>
              </a:rPr>
              <a:t>Internal</a:t>
            </a:r>
            <a:endParaRPr lang="en-IN" sz="6600" dirty="0">
              <a:solidFill>
                <a:srgbClr val="F5F5F5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202" rtl="0" eaLnBrk="1" latinLnBrk="0" hangingPunct="1">
        <a:spcBef>
          <a:spcPct val="0"/>
        </a:spcBef>
        <a:buNone/>
        <a:defRPr sz="3200" kern="1200">
          <a:solidFill>
            <a:srgbClr val="3D454D"/>
          </a:solidFill>
          <a:latin typeface="Calibri Light" panose="020F0302020204030204" pitchFamily="34" charset="0"/>
          <a:ea typeface="+mj-ea"/>
          <a:cs typeface="Calibri Light" panose="020F0302020204030204" pitchFamily="34" charset="0"/>
        </a:defRPr>
      </a:lvl1pPr>
    </p:titleStyle>
    <p:bodyStyle>
      <a:lvl1pPr marL="342900" indent="-342900" algn="l" defTabSz="914202" rtl="0" eaLnBrk="1" latinLnBrk="0" hangingPunct="1">
        <a:spcBef>
          <a:spcPts val="1200"/>
        </a:spcBef>
        <a:buClr>
          <a:srgbClr val="3D454D"/>
        </a:buClr>
        <a:buSzPct val="125000"/>
        <a:buFont typeface="Arial" panose="020B0604020202020204" pitchFamily="34" charset="0"/>
        <a:buChar char="•"/>
        <a:defRPr sz="24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800002" indent="-342900" algn="l" defTabSz="914202" rtl="0" eaLnBrk="1" latinLnBrk="0" hangingPunct="1">
        <a:spcBef>
          <a:spcPts val="1200"/>
        </a:spcBef>
        <a:buClr>
          <a:srgbClr val="3D454D"/>
        </a:buClr>
        <a:buSzPct val="80000"/>
        <a:buFont typeface="Courier New" panose="02070309020205020404" pitchFamily="49" charset="0"/>
        <a:buChar char="o"/>
        <a:defRPr sz="20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1199952" indent="-285750" algn="l" defTabSz="914202" rtl="0" eaLnBrk="1" latinLnBrk="0" hangingPunct="1">
        <a:spcBef>
          <a:spcPts val="1200"/>
        </a:spcBef>
        <a:buClr>
          <a:srgbClr val="3D454D"/>
        </a:buClr>
        <a:buSzPct val="90000"/>
        <a:buFont typeface="Wingdings" panose="05000000000000000000" pitchFamily="2" charset="2"/>
        <a:buChar char="§"/>
        <a:defRPr sz="18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57053" indent="-285750" algn="l" defTabSz="914202" rtl="0" eaLnBrk="1" latinLnBrk="0" hangingPunct="1">
        <a:spcBef>
          <a:spcPts val="1200"/>
        </a:spcBef>
        <a:buClr>
          <a:srgbClr val="3D454D"/>
        </a:buClr>
        <a:buSzPct val="100000"/>
        <a:buFont typeface="Arial" panose="020B0604020202020204" pitchFamily="34" charset="0"/>
        <a:buChar char="•"/>
        <a:defRPr sz="16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114155" marR="0" indent="-285750" algn="l" defTabSz="914202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rgbClr val="3D454D"/>
        </a:buClr>
        <a:buSzPct val="70000"/>
        <a:buFont typeface="Courier New" panose="02070309020205020404" pitchFamily="49" charset="0"/>
        <a:buChar char="o"/>
        <a:tabLst/>
        <a:defRPr sz="1400" kern="1200">
          <a:solidFill>
            <a:srgbClr val="3D454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058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59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9" indent="0" algn="l" defTabSz="914202" rtl="0" eaLnBrk="1" latinLnBrk="0" hangingPunct="1">
        <a:spcBef>
          <a:spcPct val="20000"/>
        </a:spcBef>
        <a:buFont typeface="Arial" pitchFamily="34" charset="0"/>
        <a:buNone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61" indent="-228551" algn="l" defTabSz="914202" rtl="0" eaLnBrk="1" latinLnBrk="0" hangingPunct="1">
        <a:spcBef>
          <a:spcPct val="20000"/>
        </a:spcBef>
        <a:buFont typeface="Arial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2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02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05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04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07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08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09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10" algn="l" defTabSz="9142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9DA920-3B0B-4DEF-87D4-2E3ECB6150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27" y="5286423"/>
            <a:ext cx="1992775" cy="75199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0CDA92-E004-417E-8C12-CFD6F52F26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2000" dirty="0"/>
              <a:t>Aithent</a:t>
            </a:r>
            <a:br>
              <a:rPr lang="en-US" sz="2000" dirty="0"/>
            </a:br>
            <a:r>
              <a:rPr lang="en-US" sz="3600" dirty="0"/>
              <a:t>Power Point Template - 2021</a:t>
            </a:r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DCD1622-9297-4967-9612-CB9A6C44A0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91607"/>
            <a:ext cx="5363550" cy="94162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Presenter: </a:t>
            </a:r>
          </a:p>
          <a:p>
            <a:r>
              <a:rPr lang="en-US" dirty="0"/>
              <a:t>Date: Jan  04, 2021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DB64A-47EE-4A1D-B20F-44835B3E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F1F31-8FAD-4A1E-A35B-251388B76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041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1872</TotalTime>
  <Words>15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Courier New</vt:lpstr>
      <vt:lpstr>Wingdings</vt:lpstr>
      <vt:lpstr>Office Theme</vt:lpstr>
      <vt:lpstr>Aithent Power Point Template - 2021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shiva</dc:creator>
  <cp:lastModifiedBy>Shivakumar M.</cp:lastModifiedBy>
  <cp:revision>141</cp:revision>
  <dcterms:created xsi:type="dcterms:W3CDTF">2018-12-19T11:04:59Z</dcterms:created>
  <dcterms:modified xsi:type="dcterms:W3CDTF">2021-01-04T07:37:15Z</dcterms:modified>
</cp:coreProperties>
</file>