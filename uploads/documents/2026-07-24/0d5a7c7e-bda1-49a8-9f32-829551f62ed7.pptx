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579BB1"/>
    <a:srgbClr val="8D9EFF"/>
    <a:srgbClr val="8D72E1"/>
    <a:srgbClr val="6C4AB6"/>
    <a:srgbClr val="B9E0FF"/>
    <a:srgbClr val="7E36B4"/>
    <a:srgbClr val="622A8C"/>
    <a:srgbClr val="9148C8"/>
    <a:srgbClr val="5524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6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5D5C4A0-4FEB-7786-7DBC-AB6D168A77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1617" y="0"/>
            <a:ext cx="3911600" cy="58547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F13DF8-BC51-062E-3CF9-EBB605A60ACA}"/>
              </a:ext>
            </a:extLst>
          </p:cNvPr>
          <p:cNvSpPr/>
          <p:nvPr userDrawn="1"/>
        </p:nvSpPr>
        <p:spPr>
          <a:xfrm>
            <a:off x="8117576" y="2583402"/>
            <a:ext cx="4068000" cy="4273576"/>
          </a:xfrm>
          <a:custGeom>
            <a:avLst/>
            <a:gdLst>
              <a:gd name="connsiteX0" fmla="*/ 0 w 5999626"/>
              <a:gd name="connsiteY0" fmla="*/ 4637884 h 4637883"/>
              <a:gd name="connsiteX1" fmla="*/ 0 w 5999626"/>
              <a:gd name="connsiteY1" fmla="*/ 0 h 4637883"/>
              <a:gd name="connsiteX2" fmla="*/ 5999627 w 5999626"/>
              <a:gd name="connsiteY2" fmla="*/ 0 h 463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9626" h="4637883">
                <a:moveTo>
                  <a:pt x="0" y="4637884"/>
                </a:moveTo>
                <a:lnTo>
                  <a:pt x="0" y="0"/>
                </a:lnTo>
                <a:lnTo>
                  <a:pt x="5999627" y="0"/>
                </a:lnTo>
              </a:path>
            </a:pathLst>
          </a:custGeom>
          <a:noFill/>
          <a:ln w="164613" cap="flat">
            <a:solidFill>
              <a:srgbClr val="9148C8">
                <a:alpha val="75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F4F48B-C994-70A8-42CF-6B5FBBE8C549}"/>
              </a:ext>
            </a:extLst>
          </p:cNvPr>
          <p:cNvSpPr/>
          <p:nvPr userDrawn="1"/>
        </p:nvSpPr>
        <p:spPr>
          <a:xfrm>
            <a:off x="45375" y="6400800"/>
            <a:ext cx="3142695" cy="3817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462205-EA02-2911-F485-000F6C6C3FC1}"/>
              </a:ext>
            </a:extLst>
          </p:cNvPr>
          <p:cNvSpPr/>
          <p:nvPr userDrawn="1"/>
        </p:nvSpPr>
        <p:spPr>
          <a:xfrm>
            <a:off x="11630024" y="6284878"/>
            <a:ext cx="381001" cy="497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DB0225-51F8-4800-9F9B-1FBE7E05CF90}"/>
              </a:ext>
            </a:extLst>
          </p:cNvPr>
          <p:cNvSpPr/>
          <p:nvPr userDrawn="1"/>
        </p:nvSpPr>
        <p:spPr>
          <a:xfrm>
            <a:off x="0" y="0"/>
            <a:ext cx="1412111" cy="1331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D83C15-EB10-FBCB-6DA8-A74AE6CDBBEF}"/>
              </a:ext>
            </a:extLst>
          </p:cNvPr>
          <p:cNvSpPr/>
          <p:nvPr userDrawn="1"/>
        </p:nvSpPr>
        <p:spPr>
          <a:xfrm>
            <a:off x="11496583" y="6283856"/>
            <a:ext cx="695417" cy="573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5B8DC-3C66-4ACB-51E9-3EE9679766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3602039"/>
            <a:ext cx="5469384" cy="531812"/>
          </a:xfrm>
        </p:spPr>
        <p:txBody>
          <a:bodyPr lIns="126000"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IN" dirty="0"/>
              <a:t>Presentation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03501-5D07-FDA1-E71B-9E56DB8E28E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0" y="1627188"/>
            <a:ext cx="5469384" cy="1801812"/>
          </a:xfrm>
        </p:spPr>
        <p:txBody>
          <a:bodyPr anchor="b"/>
          <a:lstStyle>
            <a:lvl1pPr algn="l">
              <a:defRPr sz="6000">
                <a:solidFill>
                  <a:srgbClr val="7030A0"/>
                </a:solidFill>
                <a:latin typeface="+mn-lt"/>
              </a:defRPr>
            </a:lvl1pPr>
          </a:lstStyle>
          <a:p>
            <a:r>
              <a:rPr lang="en-IN" dirty="0"/>
              <a:t>Presentation Title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6BD0105-2C5D-A2D7-4909-B991CE5F0A8F}"/>
              </a:ext>
            </a:extLst>
          </p:cNvPr>
          <p:cNvSpPr/>
          <p:nvPr userDrawn="1"/>
        </p:nvSpPr>
        <p:spPr>
          <a:xfrm>
            <a:off x="8545837" y="2976880"/>
            <a:ext cx="3260083" cy="3881120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solidFill>
            <a:srgbClr val="7030A0">
              <a:alpha val="95000"/>
            </a:srgbClr>
          </a:soli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994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91BE6-69D1-52D2-0A5E-365D6DAA6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D9F72-3260-01D3-55BE-9E9A72B31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068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985C173-1487-DAE7-A6F7-CE2A7CD66A0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C7EDBDA-6058-AA08-8A55-4FF9FF8BDB30}"/>
              </a:ext>
            </a:extLst>
          </p:cNvPr>
          <p:cNvSpPr/>
          <p:nvPr userDrawn="1"/>
        </p:nvSpPr>
        <p:spPr>
          <a:xfrm>
            <a:off x="831850" y="1682749"/>
            <a:ext cx="10521950" cy="2906713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gradFill flip="none" rotWithShape="1">
            <a:gsLst>
              <a:gs pos="0">
                <a:srgbClr val="7030A0"/>
              </a:gs>
              <a:gs pos="100000">
                <a:srgbClr val="9148C8"/>
              </a:gs>
            </a:gsLst>
            <a:lin ang="8100000" scaled="1"/>
            <a:tileRect/>
          </a:gra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BBDFD-DAA2-E3E0-9FF1-05BF293F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15843-032F-35CB-5C43-476CE675A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75A9C1-03AB-B350-6202-7F0F121D5FA9}"/>
              </a:ext>
            </a:extLst>
          </p:cNvPr>
          <p:cNvSpPr/>
          <p:nvPr userDrawn="1"/>
        </p:nvSpPr>
        <p:spPr>
          <a:xfrm>
            <a:off x="535927" y="1408609"/>
            <a:ext cx="3564000" cy="2592000"/>
          </a:xfrm>
          <a:custGeom>
            <a:avLst/>
            <a:gdLst>
              <a:gd name="connsiteX0" fmla="*/ 0 w 5999626"/>
              <a:gd name="connsiteY0" fmla="*/ 4637884 h 4637883"/>
              <a:gd name="connsiteX1" fmla="*/ 0 w 5999626"/>
              <a:gd name="connsiteY1" fmla="*/ 0 h 4637883"/>
              <a:gd name="connsiteX2" fmla="*/ 5999627 w 5999626"/>
              <a:gd name="connsiteY2" fmla="*/ 0 h 463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9626" h="4637883">
                <a:moveTo>
                  <a:pt x="0" y="4637884"/>
                </a:moveTo>
                <a:lnTo>
                  <a:pt x="0" y="0"/>
                </a:lnTo>
                <a:lnTo>
                  <a:pt x="5999627" y="0"/>
                </a:lnTo>
              </a:path>
            </a:pathLst>
          </a:custGeom>
          <a:noFill/>
          <a:ln w="164613" cap="flat">
            <a:solidFill>
              <a:srgbClr val="9148C8">
                <a:alpha val="75000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900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D1F37-3914-1CE0-70F7-4179CFFF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37F35-5167-ECB6-F558-4F72D4EE0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6757" y="880745"/>
            <a:ext cx="5181600" cy="5484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FFD84-3895-9268-7411-50E87B6772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50757" y="880744"/>
            <a:ext cx="5181600" cy="54845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08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F3D20-7085-06DF-C148-2F398B36B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2248" y="88495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ADE67-40EC-3972-D2A5-2012F20F3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2248" y="1708866"/>
            <a:ext cx="5157787" cy="467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49776-380A-5DCD-D882-E680AB11F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4660" y="88495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B1F9B8-3FF3-D1D4-02A9-943AD016A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4660" y="1708867"/>
            <a:ext cx="5183188" cy="467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ABC9437-E738-9132-F577-43C17D7D3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42" y="78971"/>
            <a:ext cx="10600278" cy="6476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626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0189-0276-B342-FC77-EB4C3500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79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966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C69F1-E9E6-ABAA-EAAE-25C9B0C5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788" y="8858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B0549-779A-2FC3-2AFC-AE475719E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8188" y="885825"/>
            <a:ext cx="6172200" cy="54705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ED2F0-E7EC-2064-E865-73007475B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4788" y="1955800"/>
            <a:ext cx="3932237" cy="440061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29B31CA-228E-6178-EB3C-B757B43BE997}"/>
              </a:ext>
            </a:extLst>
          </p:cNvPr>
          <p:cNvSpPr txBox="1">
            <a:spLocks/>
          </p:cNvSpPr>
          <p:nvPr userDrawn="1"/>
        </p:nvSpPr>
        <p:spPr>
          <a:xfrm>
            <a:off x="646842" y="78971"/>
            <a:ext cx="1060027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455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3B1E3-0704-F74A-9E14-F7AE5573E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472" y="874772"/>
            <a:ext cx="3932237" cy="116963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FECED-4F42-F32B-CE32-EA18A9333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72973" y="874772"/>
            <a:ext cx="6172200" cy="54727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99843-F378-1885-C750-EFEC30BDB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9472" y="2044406"/>
            <a:ext cx="3932237" cy="43031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0B2D7B1-8528-FBB9-95F9-BDA2D487BF3E}"/>
              </a:ext>
            </a:extLst>
          </p:cNvPr>
          <p:cNvSpPr txBox="1">
            <a:spLocks/>
          </p:cNvSpPr>
          <p:nvPr userDrawn="1"/>
        </p:nvSpPr>
        <p:spPr>
          <a:xfrm>
            <a:off x="646842" y="78971"/>
            <a:ext cx="1060027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2420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9830-2781-A21E-EC58-4CEA294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6D0E-B415-C7AB-E5A8-659E15E6C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683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EF3665-BA50-D161-03C1-EABE8516B2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90536" y="893161"/>
            <a:ext cx="2628900" cy="53069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5A1C5-3BC1-EE10-9573-803146F49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03836" y="893161"/>
            <a:ext cx="7734300" cy="530695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CB7EB0-1A90-51F4-9C6D-512584D5948E}"/>
              </a:ext>
            </a:extLst>
          </p:cNvPr>
          <p:cNvSpPr txBox="1">
            <a:spLocks/>
          </p:cNvSpPr>
          <p:nvPr userDrawn="1"/>
        </p:nvSpPr>
        <p:spPr>
          <a:xfrm>
            <a:off x="646842" y="78971"/>
            <a:ext cx="1060027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538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B865BB-FC3C-0CDB-9ED5-D371D1BFAB9E}"/>
              </a:ext>
            </a:extLst>
          </p:cNvPr>
          <p:cNvSpPr/>
          <p:nvPr userDrawn="1"/>
        </p:nvSpPr>
        <p:spPr>
          <a:xfrm>
            <a:off x="11496580" y="6423957"/>
            <a:ext cx="529462" cy="428248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solidFill>
            <a:srgbClr val="7030A0"/>
          </a:soli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DD69B8-5DE5-F5BF-09B5-1BB00F4E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42" y="78971"/>
            <a:ext cx="10600278" cy="6476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8A38A-7D9E-C6E0-7D38-C6D72E743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552" y="874421"/>
            <a:ext cx="11782896" cy="5302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00A16C3-F180-A483-0815-F6CC96939378}"/>
              </a:ext>
            </a:extLst>
          </p:cNvPr>
          <p:cNvSpPr/>
          <p:nvPr userDrawn="1"/>
        </p:nvSpPr>
        <p:spPr>
          <a:xfrm>
            <a:off x="80992" y="84051"/>
            <a:ext cx="442290" cy="647673"/>
          </a:xfrm>
          <a:custGeom>
            <a:avLst/>
            <a:gdLst>
              <a:gd name="connsiteX0" fmla="*/ 0 w 5999626"/>
              <a:gd name="connsiteY0" fmla="*/ 4637884 h 4637883"/>
              <a:gd name="connsiteX1" fmla="*/ 0 w 5999626"/>
              <a:gd name="connsiteY1" fmla="*/ 0 h 4637883"/>
              <a:gd name="connsiteX2" fmla="*/ 5999627 w 5999626"/>
              <a:gd name="connsiteY2" fmla="*/ 0 h 4637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99626" h="4637883">
                <a:moveTo>
                  <a:pt x="0" y="4637884"/>
                </a:moveTo>
                <a:lnTo>
                  <a:pt x="0" y="0"/>
                </a:lnTo>
                <a:lnTo>
                  <a:pt x="5999627" y="0"/>
                </a:lnTo>
              </a:path>
            </a:pathLst>
          </a:custGeom>
          <a:noFill/>
          <a:ln w="164613" cap="flat">
            <a:gradFill>
              <a:gsLst>
                <a:gs pos="0">
                  <a:srgbClr val="7030A0"/>
                </a:gs>
                <a:gs pos="100000">
                  <a:srgbClr val="9148C8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C0B06FC-D4D7-AD35-A664-230E305890C8}"/>
              </a:ext>
            </a:extLst>
          </p:cNvPr>
          <p:cNvSpPr/>
          <p:nvPr userDrawn="1"/>
        </p:nvSpPr>
        <p:spPr>
          <a:xfrm>
            <a:off x="208362" y="207061"/>
            <a:ext cx="315602" cy="524459"/>
          </a:xfrm>
          <a:custGeom>
            <a:avLst/>
            <a:gdLst>
              <a:gd name="connsiteX0" fmla="*/ 0 w 4217767"/>
              <a:gd name="connsiteY0" fmla="*/ 0 h 4005650"/>
              <a:gd name="connsiteX1" fmla="*/ 4217768 w 4217767"/>
              <a:gd name="connsiteY1" fmla="*/ 0 h 4005650"/>
              <a:gd name="connsiteX2" fmla="*/ 4217768 w 4217767"/>
              <a:gd name="connsiteY2" fmla="*/ 4005651 h 4005650"/>
              <a:gd name="connsiteX3" fmla="*/ 0 w 4217767"/>
              <a:gd name="connsiteY3" fmla="*/ 4005651 h 4005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7767" h="4005650">
                <a:moveTo>
                  <a:pt x="0" y="0"/>
                </a:moveTo>
                <a:lnTo>
                  <a:pt x="4217768" y="0"/>
                </a:lnTo>
                <a:lnTo>
                  <a:pt x="4217768" y="4005651"/>
                </a:lnTo>
                <a:lnTo>
                  <a:pt x="0" y="4005651"/>
                </a:lnTo>
                <a:close/>
              </a:path>
            </a:pathLst>
          </a:custGeom>
          <a:gradFill>
            <a:gsLst>
              <a:gs pos="0">
                <a:srgbClr val="7030A0"/>
              </a:gs>
              <a:gs pos="100000">
                <a:srgbClr val="9148C8"/>
              </a:gs>
            </a:gsLst>
            <a:lin ang="8100000" scaled="1"/>
          </a:gradFill>
          <a:ln w="13718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13D60C41-E9F0-9C68-2C8E-421A10DC536E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95801" y="6474142"/>
            <a:ext cx="2913891" cy="33152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0" hangingPunct="0">
              <a:defRPr/>
            </a:pPr>
            <a:r>
              <a:rPr lang="en-US" altLang="en-US" sz="1200" b="0" dirty="0">
                <a:solidFill>
                  <a:schemeClr val="tx1"/>
                </a:solidFill>
                <a:latin typeface="+mn-lt"/>
                <a:ea typeface="Calibri" pitchFamily="34" charset="0"/>
                <a:cs typeface="Calibri" pitchFamily="34" charset="0"/>
              </a:rPr>
              <a:t>© 2023 Aithent Inc.  All Rights Reserved.</a:t>
            </a:r>
            <a:endParaRPr lang="en-US" altLang="en-US" sz="1200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E6B1F8E-43ED-2CFF-ED23-C58FD8B02FA0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1532092" y="6438630"/>
            <a:ext cx="422803" cy="37988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0" hangingPunct="0">
              <a:defRPr/>
            </a:pPr>
            <a:r>
              <a:rPr lang="en-IN" sz="1300" dirty="0">
                <a:solidFill>
                  <a:schemeClr val="tx1"/>
                </a:solidFill>
                <a:latin typeface="+mn-lt"/>
              </a:rPr>
              <a:t> </a:t>
            </a:r>
            <a:fld id="{90B17A53-B51B-4487-867F-1C83F1AD35A1}" type="slidenum">
              <a:rPr lang="en-US" altLang="en-US" sz="1200" smtClean="0">
                <a:solidFill>
                  <a:schemeClr val="bg1"/>
                </a:solidFill>
                <a:latin typeface="+mn-lt"/>
              </a:rPr>
              <a:pPr algn="ctr" eaLnBrk="0" hangingPunct="0">
                <a:defRPr/>
              </a:pPr>
              <a:t>‹#›</a:t>
            </a:fld>
            <a:endParaRPr lang="en-US" altLang="en-US" sz="13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80B752-A858-8A46-600F-8436249E8E4A}"/>
              </a:ext>
            </a:extLst>
          </p:cNvPr>
          <p:cNvSpPr txBox="1"/>
          <p:nvPr userDrawn="1"/>
        </p:nvSpPr>
        <p:spPr>
          <a:xfrm>
            <a:off x="11181465" y="218141"/>
            <a:ext cx="9174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>
                    <a:lumMod val="85000"/>
                  </a:schemeClr>
                </a:solidFill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584474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§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§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SzPct val="90000"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microsoft.com/office/2007/relationships/hdphoto" Target="../media/hdphoto3.wdp"/><Relationship Id="rId5" Type="http://schemas.openxmlformats.org/officeDocument/2006/relationships/image" Target="../media/image5.png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B8D420B-33C9-C209-157A-29FF850A53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836" y="3602039"/>
            <a:ext cx="5469384" cy="531812"/>
          </a:xfrm>
        </p:spPr>
        <p:txBody>
          <a:bodyPr/>
          <a:lstStyle/>
          <a:p>
            <a:r>
              <a:rPr lang="en-IN" dirty="0"/>
              <a:t>Presentation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15CDBE-2DCE-36D8-5CCA-2D56580C8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973" y="1627188"/>
            <a:ext cx="5469384" cy="1801812"/>
          </a:xfrm>
        </p:spPr>
        <p:txBody>
          <a:bodyPr/>
          <a:lstStyle/>
          <a:p>
            <a:r>
              <a:rPr lang="en-IN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A10F6-D00D-D9BA-029E-6957DCA46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09" y="233810"/>
            <a:ext cx="2861996" cy="1080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E47CE458-F119-5963-FE97-1B199AFA3D19}"/>
              </a:ext>
            </a:extLst>
          </p:cNvPr>
          <p:cNvSpPr txBox="1">
            <a:spLocks/>
          </p:cNvSpPr>
          <p:nvPr/>
        </p:nvSpPr>
        <p:spPr>
          <a:xfrm>
            <a:off x="524649" y="5610256"/>
            <a:ext cx="4965023" cy="832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Presented by: </a:t>
            </a:r>
          </a:p>
          <a:p>
            <a:r>
              <a:rPr lang="en-US" sz="1600" dirty="0"/>
              <a:t>Date: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39079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37C0E-D12F-6C12-8966-176F74334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 Lorem ipsum </a:t>
            </a:r>
            <a:r>
              <a:rPr lang="en-IN" dirty="0" err="1"/>
              <a:t>dolor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01BAA-9767-A1D8-6E42-BEA13A1B2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Nulla</a:t>
            </a:r>
            <a:r>
              <a:rPr lang="en-IN" dirty="0"/>
              <a:t> </a:t>
            </a:r>
            <a:r>
              <a:rPr lang="en-IN" dirty="0" err="1"/>
              <a:t>placerat</a:t>
            </a:r>
            <a:r>
              <a:rPr lang="en-IN" dirty="0"/>
              <a:t> </a:t>
            </a:r>
            <a:r>
              <a:rPr lang="en-IN" dirty="0" err="1"/>
              <a:t>vehicula</a:t>
            </a:r>
            <a:r>
              <a:rPr lang="en-IN" dirty="0"/>
              <a:t> libero</a:t>
            </a:r>
          </a:p>
          <a:p>
            <a:r>
              <a:rPr lang="en-IN" dirty="0" err="1"/>
              <a:t>Varius</a:t>
            </a:r>
            <a:r>
              <a:rPr lang="en-IN" dirty="0"/>
              <a:t> </a:t>
            </a:r>
            <a:r>
              <a:rPr lang="en-IN" dirty="0" err="1"/>
              <a:t>viverra</a:t>
            </a:r>
            <a:r>
              <a:rPr lang="en-IN" dirty="0"/>
              <a:t> </a:t>
            </a:r>
            <a:r>
              <a:rPr lang="en-IN" dirty="0" err="1"/>
              <a:t>erat</a:t>
            </a:r>
            <a:endParaRPr lang="en-IN" dirty="0"/>
          </a:p>
          <a:p>
            <a:pPr lvl="1"/>
            <a:r>
              <a:rPr lang="en-IN" dirty="0" err="1"/>
              <a:t>Pellentesque</a:t>
            </a:r>
            <a:r>
              <a:rPr lang="en-IN" dirty="0"/>
              <a:t> </a:t>
            </a:r>
            <a:r>
              <a:rPr lang="en-IN" dirty="0" err="1"/>
              <a:t>vehicula</a:t>
            </a:r>
            <a:r>
              <a:rPr lang="en-IN" dirty="0"/>
              <a:t>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felis</a:t>
            </a:r>
            <a:r>
              <a:rPr lang="en-IN" dirty="0"/>
              <a:t>, </a:t>
            </a:r>
            <a:r>
              <a:rPr lang="en-IN" dirty="0" err="1"/>
              <a:t>quis</a:t>
            </a:r>
            <a:r>
              <a:rPr lang="en-IN" dirty="0"/>
              <a:t> </a:t>
            </a:r>
            <a:r>
              <a:rPr lang="en-IN" dirty="0" err="1"/>
              <a:t>imperdiet</a:t>
            </a:r>
            <a:r>
              <a:rPr lang="en-IN" dirty="0"/>
              <a:t> </a:t>
            </a:r>
            <a:r>
              <a:rPr lang="en-IN" dirty="0" err="1"/>
              <a:t>elit</a:t>
            </a:r>
            <a:r>
              <a:rPr lang="en-IN" dirty="0"/>
              <a:t> </a:t>
            </a:r>
            <a:r>
              <a:rPr lang="en-IN" dirty="0" err="1"/>
              <a:t>rhoncus</a:t>
            </a:r>
            <a:r>
              <a:rPr lang="en-IN" dirty="0"/>
              <a:t> ne</a:t>
            </a:r>
          </a:p>
          <a:p>
            <a:pPr lvl="2"/>
            <a:r>
              <a:rPr lang="en-IN" dirty="0"/>
              <a:t>Duis </a:t>
            </a:r>
            <a:r>
              <a:rPr lang="en-IN" dirty="0" err="1"/>
              <a:t>neque</a:t>
            </a:r>
            <a:r>
              <a:rPr lang="en-IN" dirty="0"/>
              <a:t> ante, </a:t>
            </a:r>
            <a:r>
              <a:rPr lang="en-IN" dirty="0" err="1"/>
              <a:t>luctus</a:t>
            </a:r>
            <a:r>
              <a:rPr lang="en-IN" dirty="0"/>
              <a:t> </a:t>
            </a:r>
            <a:r>
              <a:rPr lang="en-IN" dirty="0" err="1"/>
              <a:t>vel</a:t>
            </a:r>
            <a:r>
              <a:rPr lang="en-IN" dirty="0"/>
              <a:t> </a:t>
            </a:r>
            <a:r>
              <a:rPr lang="en-IN" dirty="0" err="1"/>
              <a:t>purus</a:t>
            </a:r>
            <a:r>
              <a:rPr lang="en-IN" dirty="0"/>
              <a:t> vitae, </a:t>
            </a:r>
            <a:r>
              <a:rPr lang="en-IN" dirty="0" err="1"/>
              <a:t>consectetur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14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C757A-EF19-6FD9-7B51-467786800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 Lorem ipsum </a:t>
            </a:r>
            <a:r>
              <a:rPr lang="en-IN" dirty="0" err="1"/>
              <a:t>dolor</a:t>
            </a:r>
            <a:r>
              <a:rPr lang="en-IN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B05108-C40A-D298-0C85-53C2AC55CD13}"/>
              </a:ext>
            </a:extLst>
          </p:cNvPr>
          <p:cNvSpPr/>
          <p:nvPr/>
        </p:nvSpPr>
        <p:spPr>
          <a:xfrm>
            <a:off x="6670675" y="2655654"/>
            <a:ext cx="756000" cy="756000"/>
          </a:xfrm>
          <a:prstGeom prst="rect">
            <a:avLst/>
          </a:prstGeom>
          <a:solidFill>
            <a:srgbClr val="914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D66E3-25FE-3CE6-5D87-F434CCCABF32}"/>
              </a:ext>
            </a:extLst>
          </p:cNvPr>
          <p:cNvSpPr/>
          <p:nvPr/>
        </p:nvSpPr>
        <p:spPr>
          <a:xfrm>
            <a:off x="676993" y="4748928"/>
            <a:ext cx="756000" cy="756000"/>
          </a:xfrm>
          <a:prstGeom prst="rect">
            <a:avLst/>
          </a:prstGeom>
          <a:solidFill>
            <a:srgbClr val="DA7E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2E9317-7DEF-54E8-4D3E-941AEE617A19}"/>
              </a:ext>
            </a:extLst>
          </p:cNvPr>
          <p:cNvSpPr/>
          <p:nvPr/>
        </p:nvSpPr>
        <p:spPr>
          <a:xfrm>
            <a:off x="676993" y="1607331"/>
            <a:ext cx="756000" cy="756000"/>
          </a:xfrm>
          <a:prstGeom prst="rect">
            <a:avLst/>
          </a:prstGeom>
          <a:solidFill>
            <a:srgbClr val="63B9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D1A7C5-89CE-9368-D1F9-2EEC677F3A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675" y="2853419"/>
            <a:ext cx="360000" cy="36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49F2C5-78D4-6F74-F4D8-C80DA1FAA1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93" y="1805331"/>
            <a:ext cx="360000" cy="360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A69AA7E-0030-E24A-6DA4-58B99EB0C42B}"/>
              </a:ext>
            </a:extLst>
          </p:cNvPr>
          <p:cNvSpPr/>
          <p:nvPr/>
        </p:nvSpPr>
        <p:spPr>
          <a:xfrm>
            <a:off x="676993" y="2655654"/>
            <a:ext cx="756000" cy="756000"/>
          </a:xfrm>
          <a:prstGeom prst="rect">
            <a:avLst/>
          </a:prstGeom>
          <a:solidFill>
            <a:srgbClr val="B632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B54912-3B93-CA3E-2B02-5976ECA142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93" y="2843251"/>
            <a:ext cx="360000" cy="36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9BAC2F1-1C05-7DAF-BF32-4BE01FA50756}"/>
              </a:ext>
            </a:extLst>
          </p:cNvPr>
          <p:cNvSpPr txBox="1"/>
          <p:nvPr/>
        </p:nvSpPr>
        <p:spPr>
          <a:xfrm>
            <a:off x="1630993" y="1805331"/>
            <a:ext cx="3840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B5087B-5E59-8A61-8C29-8A2C58DA26BE}"/>
              </a:ext>
            </a:extLst>
          </p:cNvPr>
          <p:cNvSpPr txBox="1"/>
          <p:nvPr/>
        </p:nvSpPr>
        <p:spPr>
          <a:xfrm>
            <a:off x="1630993" y="2831223"/>
            <a:ext cx="3840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93FDD1-DCDB-825F-1D68-6A2624CE5A84}"/>
              </a:ext>
            </a:extLst>
          </p:cNvPr>
          <p:cNvSpPr/>
          <p:nvPr/>
        </p:nvSpPr>
        <p:spPr>
          <a:xfrm>
            <a:off x="676993" y="3703977"/>
            <a:ext cx="756000" cy="756000"/>
          </a:xfrm>
          <a:prstGeom prst="rect">
            <a:avLst/>
          </a:prstGeom>
          <a:solidFill>
            <a:srgbClr val="3B16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C1C3EF-13E3-818C-A4F5-F729844F03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93" y="3901742"/>
            <a:ext cx="360000" cy="36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1CBC9C3-B3B1-EC39-F484-67DD7C9B90EF}"/>
              </a:ext>
            </a:extLst>
          </p:cNvPr>
          <p:cNvSpPr txBox="1"/>
          <p:nvPr/>
        </p:nvSpPr>
        <p:spPr>
          <a:xfrm>
            <a:off x="1630993" y="3901742"/>
            <a:ext cx="3840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CB1375-BA17-5674-C939-8EC4CFA507B6}"/>
              </a:ext>
            </a:extLst>
          </p:cNvPr>
          <p:cNvSpPr txBox="1"/>
          <p:nvPr/>
        </p:nvSpPr>
        <p:spPr>
          <a:xfrm>
            <a:off x="1630993" y="4896095"/>
            <a:ext cx="3840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10187-4D73-B785-E0C4-17079A5D31BD}"/>
              </a:ext>
            </a:extLst>
          </p:cNvPr>
          <p:cNvSpPr/>
          <p:nvPr/>
        </p:nvSpPr>
        <p:spPr>
          <a:xfrm>
            <a:off x="6670675" y="1607331"/>
            <a:ext cx="756000" cy="756000"/>
          </a:xfrm>
          <a:prstGeom prst="rect">
            <a:avLst/>
          </a:prstGeom>
          <a:solidFill>
            <a:srgbClr val="6EA5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19510B-6E8E-21F0-01A2-5759571CA5DA}"/>
              </a:ext>
            </a:extLst>
          </p:cNvPr>
          <p:cNvSpPr txBox="1"/>
          <p:nvPr/>
        </p:nvSpPr>
        <p:spPr>
          <a:xfrm>
            <a:off x="7624675" y="1805331"/>
            <a:ext cx="3840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E4A609-3DA1-D063-868D-7C8DD0AFED5A}"/>
              </a:ext>
            </a:extLst>
          </p:cNvPr>
          <p:cNvSpPr txBox="1"/>
          <p:nvPr/>
        </p:nvSpPr>
        <p:spPr>
          <a:xfrm>
            <a:off x="7624675" y="2831223"/>
            <a:ext cx="38407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CC76D75-F1BF-DC5E-5D78-26522C64D21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8675" y="1801921"/>
            <a:ext cx="360000" cy="360000"/>
          </a:xfrm>
          <a:prstGeom prst="rect">
            <a:avLst/>
          </a:prstGeom>
        </p:spPr>
      </p:pic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8676621E-DBC3-ACDE-71D6-809A948BFBB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93" y="4936409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15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28C2-9056-10ED-1BF2-E59681173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 Lorem ipsum </a:t>
            </a:r>
            <a:r>
              <a:rPr lang="en-IN" dirty="0" err="1"/>
              <a:t>dolor</a:t>
            </a:r>
            <a:r>
              <a:rPr lang="en-IN" dirty="0"/>
              <a:t> 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9C533212-A373-F6CC-9842-0E83C19CF032}"/>
              </a:ext>
            </a:extLst>
          </p:cNvPr>
          <p:cNvSpPr/>
          <p:nvPr/>
        </p:nvSpPr>
        <p:spPr>
          <a:xfrm rot="5400000">
            <a:off x="1590278" y="3224697"/>
            <a:ext cx="2757490" cy="1529553"/>
          </a:xfrm>
          <a:prstGeom prst="hexagon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546A6CBE-FFB8-831A-A2C4-18994B8EF213}"/>
              </a:ext>
            </a:extLst>
          </p:cNvPr>
          <p:cNvSpPr/>
          <p:nvPr/>
        </p:nvSpPr>
        <p:spPr>
          <a:xfrm rot="5400000">
            <a:off x="2122906" y="1978560"/>
            <a:ext cx="1692235" cy="1529552"/>
          </a:xfrm>
          <a:prstGeom prst="hexagon">
            <a:avLst/>
          </a:prstGeom>
          <a:solidFill>
            <a:srgbClr val="6C4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2F6D28D-F500-3320-E81A-608FAABC4BC5}"/>
              </a:ext>
            </a:extLst>
          </p:cNvPr>
          <p:cNvSpPr/>
          <p:nvPr/>
        </p:nvSpPr>
        <p:spPr>
          <a:xfrm rot="5400000">
            <a:off x="3685778" y="3224698"/>
            <a:ext cx="2757490" cy="1529553"/>
          </a:xfrm>
          <a:prstGeom prst="hexagon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70EE3863-291C-6612-C219-BB0F7E996CE3}"/>
              </a:ext>
            </a:extLst>
          </p:cNvPr>
          <p:cNvSpPr/>
          <p:nvPr/>
        </p:nvSpPr>
        <p:spPr>
          <a:xfrm rot="5400000">
            <a:off x="4218406" y="1978561"/>
            <a:ext cx="1692235" cy="1529552"/>
          </a:xfrm>
          <a:prstGeom prst="hexagon">
            <a:avLst/>
          </a:prstGeom>
          <a:solidFill>
            <a:srgbClr val="8D7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9673332F-75A9-FF98-4EDB-8D0BE5516D89}"/>
              </a:ext>
            </a:extLst>
          </p:cNvPr>
          <p:cNvSpPr/>
          <p:nvPr/>
        </p:nvSpPr>
        <p:spPr>
          <a:xfrm rot="5400000">
            <a:off x="5781278" y="3224699"/>
            <a:ext cx="2757490" cy="1529553"/>
          </a:xfrm>
          <a:prstGeom prst="hexagon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818EA3D8-8359-405B-3335-158C0C91B3EA}"/>
              </a:ext>
            </a:extLst>
          </p:cNvPr>
          <p:cNvSpPr/>
          <p:nvPr/>
        </p:nvSpPr>
        <p:spPr>
          <a:xfrm rot="5400000">
            <a:off x="6313906" y="1978562"/>
            <a:ext cx="1692235" cy="1529552"/>
          </a:xfrm>
          <a:prstGeom prst="hexagon">
            <a:avLst/>
          </a:prstGeom>
          <a:solidFill>
            <a:srgbClr val="8D9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08E6ED14-2E39-5926-FEDE-F0D2CBB0C6D8}"/>
              </a:ext>
            </a:extLst>
          </p:cNvPr>
          <p:cNvSpPr/>
          <p:nvPr/>
        </p:nvSpPr>
        <p:spPr>
          <a:xfrm rot="5400000">
            <a:off x="7876778" y="3224700"/>
            <a:ext cx="2757490" cy="1529553"/>
          </a:xfrm>
          <a:prstGeom prst="hexagon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6651A4C8-18C5-A19A-F20F-F9953AC355A2}"/>
              </a:ext>
            </a:extLst>
          </p:cNvPr>
          <p:cNvSpPr/>
          <p:nvPr/>
        </p:nvSpPr>
        <p:spPr>
          <a:xfrm rot="5400000">
            <a:off x="8409406" y="1978563"/>
            <a:ext cx="1692235" cy="1529552"/>
          </a:xfrm>
          <a:prstGeom prst="hexagon">
            <a:avLst/>
          </a:prstGeom>
          <a:solidFill>
            <a:srgbClr val="579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Badge 1 with solid fill">
            <a:extLst>
              <a:ext uri="{FF2B5EF4-FFF2-40B4-BE49-F238E27FC236}">
                <a16:creationId xmlns:a16="http://schemas.microsoft.com/office/drawing/2014/main" id="{423DB185-7B0F-3B36-456F-0A8A73D0A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1325" y="2431290"/>
            <a:ext cx="540000" cy="540000"/>
          </a:xfrm>
          <a:prstGeom prst="rect">
            <a:avLst/>
          </a:prstGeom>
        </p:spPr>
      </p:pic>
      <p:pic>
        <p:nvPicPr>
          <p:cNvPr id="12" name="Graphic 11" descr="Badge with solid fill">
            <a:extLst>
              <a:ext uri="{FF2B5EF4-FFF2-40B4-BE49-F238E27FC236}">
                <a16:creationId xmlns:a16="http://schemas.microsoft.com/office/drawing/2014/main" id="{2474EE4E-F6B1-5C26-C6B6-E8124783B9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4523" y="2431290"/>
            <a:ext cx="540000" cy="540000"/>
          </a:xfrm>
          <a:prstGeom prst="rect">
            <a:avLst/>
          </a:prstGeom>
        </p:spPr>
      </p:pic>
      <p:pic>
        <p:nvPicPr>
          <p:cNvPr id="13" name="Graphic 12" descr="Badge 3 with solid fill">
            <a:extLst>
              <a:ext uri="{FF2B5EF4-FFF2-40B4-BE49-F238E27FC236}">
                <a16:creationId xmlns:a16="http://schemas.microsoft.com/office/drawing/2014/main" id="{D3CC8040-95B3-7D59-5BC4-4494B75F24B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90023" y="2427480"/>
            <a:ext cx="540000" cy="540000"/>
          </a:xfrm>
          <a:prstGeom prst="rect">
            <a:avLst/>
          </a:prstGeom>
        </p:spPr>
      </p:pic>
      <p:pic>
        <p:nvPicPr>
          <p:cNvPr id="14" name="Graphic 13" descr="Badge 4 with solid fill">
            <a:extLst>
              <a:ext uri="{FF2B5EF4-FFF2-40B4-BE49-F238E27FC236}">
                <a16:creationId xmlns:a16="http://schemas.microsoft.com/office/drawing/2014/main" id="{01EB5472-97C9-8EEE-2C84-39E0CC66C3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85523" y="2427480"/>
            <a:ext cx="540000" cy="54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C79799-30FB-B78F-3C02-4B7FD98AB1A4}"/>
              </a:ext>
            </a:extLst>
          </p:cNvPr>
          <p:cNvSpPr txBox="1"/>
          <p:nvPr/>
        </p:nvSpPr>
        <p:spPr>
          <a:xfrm>
            <a:off x="2305950" y="3768892"/>
            <a:ext cx="14147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86E953-2B20-A3A7-A0DB-5BF09595734F}"/>
              </a:ext>
            </a:extLst>
          </p:cNvPr>
          <p:cNvSpPr txBox="1"/>
          <p:nvPr/>
        </p:nvSpPr>
        <p:spPr>
          <a:xfrm>
            <a:off x="6481855" y="3748968"/>
            <a:ext cx="14147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67A759-4F87-AA7E-A6A3-B1646022D2F5}"/>
              </a:ext>
            </a:extLst>
          </p:cNvPr>
          <p:cNvSpPr txBox="1"/>
          <p:nvPr/>
        </p:nvSpPr>
        <p:spPr>
          <a:xfrm>
            <a:off x="4386450" y="3815861"/>
            <a:ext cx="14147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0D0005-2C7B-4882-A3A9-F3D953DD49DA}"/>
              </a:ext>
            </a:extLst>
          </p:cNvPr>
          <p:cNvSpPr txBox="1"/>
          <p:nvPr/>
        </p:nvSpPr>
        <p:spPr>
          <a:xfrm>
            <a:off x="8623653" y="3748968"/>
            <a:ext cx="1414797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1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</a:t>
            </a:r>
          </a:p>
          <a:p>
            <a:pPr algn="ctr"/>
            <a:endParaRPr lang="en-IN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Dolor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sit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Donec </a:t>
            </a:r>
            <a:r>
              <a:rPr lang="en-IN" sz="11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IN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pulvinar</a:t>
            </a:r>
          </a:p>
        </p:txBody>
      </p:sp>
    </p:spTree>
    <p:extLst>
      <p:ext uri="{BB962C8B-B14F-4D97-AF65-F5344CB8AC3E}">
        <p14:creationId xmlns:p14="http://schemas.microsoft.com/office/powerpoint/2010/main" val="3653573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28C2-9056-10ED-1BF2-E59681173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 Lorem ipsum </a:t>
            </a:r>
            <a:r>
              <a:rPr lang="en-IN" dirty="0" err="1"/>
              <a:t>dolor</a:t>
            </a:r>
            <a:r>
              <a:rPr lang="en-IN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20C2E4-F35D-5B00-C69B-0C618CF3B4F9}"/>
              </a:ext>
            </a:extLst>
          </p:cNvPr>
          <p:cNvSpPr/>
          <p:nvPr/>
        </p:nvSpPr>
        <p:spPr>
          <a:xfrm>
            <a:off x="1976441" y="4190392"/>
            <a:ext cx="2066925" cy="1830120"/>
          </a:xfrm>
          <a:prstGeom prst="rect">
            <a:avLst/>
          </a:prstGeom>
          <a:solidFill>
            <a:srgbClr val="6C4AB6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algn="ctr"/>
            <a:r>
              <a:rPr lang="en-US" sz="12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E1C2F5-A3F9-6E98-3AAB-FBDB6D83A980}"/>
              </a:ext>
            </a:extLst>
          </p:cNvPr>
          <p:cNvSpPr/>
          <p:nvPr/>
        </p:nvSpPr>
        <p:spPr>
          <a:xfrm>
            <a:off x="4036221" y="3590091"/>
            <a:ext cx="2066925" cy="2430421"/>
          </a:xfrm>
          <a:prstGeom prst="rect">
            <a:avLst/>
          </a:prstGeom>
          <a:solidFill>
            <a:srgbClr val="8D72E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tlCol="0" anchor="t"/>
          <a:lstStyle/>
          <a:p>
            <a:pPr algn="ctr"/>
            <a:r>
              <a:rPr lang="en-US" sz="12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B50333-A3BC-25E1-6167-AB9042B99E74}"/>
              </a:ext>
            </a:extLst>
          </p:cNvPr>
          <p:cNvSpPr/>
          <p:nvPr/>
        </p:nvSpPr>
        <p:spPr>
          <a:xfrm>
            <a:off x="6096000" y="2978907"/>
            <a:ext cx="2066925" cy="3044453"/>
          </a:xfrm>
          <a:prstGeom prst="rect">
            <a:avLst/>
          </a:prstGeom>
          <a:solidFill>
            <a:srgbClr val="8D9EFF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tlCol="0" anchor="t"/>
          <a:lstStyle/>
          <a:p>
            <a:pPr algn="ctr"/>
            <a:r>
              <a:rPr lang="en-US" sz="1200" b="1" i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CB5C6A-9BEA-80DD-C4BD-769217AADB03}"/>
              </a:ext>
            </a:extLst>
          </p:cNvPr>
          <p:cNvSpPr/>
          <p:nvPr/>
        </p:nvSpPr>
        <p:spPr>
          <a:xfrm>
            <a:off x="8148634" y="2464554"/>
            <a:ext cx="2066925" cy="3555958"/>
          </a:xfrm>
          <a:prstGeom prst="rect">
            <a:avLst/>
          </a:prstGeom>
          <a:solidFill>
            <a:srgbClr val="579BB1"/>
          </a:solidFill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/>
          <a:lstStyle/>
          <a:p>
            <a:pPr algn="ctr"/>
            <a:r>
              <a:rPr lang="en-US" sz="1200" b="1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 is simply dummy text of the printing and typesetting industry. 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195B74-2D46-2FE3-39D7-9106BED4FD50}"/>
              </a:ext>
            </a:extLst>
          </p:cNvPr>
          <p:cNvSpPr/>
          <p:nvPr/>
        </p:nvSpPr>
        <p:spPr>
          <a:xfrm>
            <a:off x="2682331" y="2996663"/>
            <a:ext cx="648000" cy="648000"/>
          </a:xfrm>
          <a:prstGeom prst="ellipse">
            <a:avLst/>
          </a:prstGeom>
          <a:solidFill>
            <a:srgbClr val="6C4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08EF4E-E655-8E4A-770F-1A1FAF42AC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209" y="3178044"/>
            <a:ext cx="288000" cy="288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7337CCE-3F7F-CE94-E6F4-751A573EF5EC}"/>
              </a:ext>
            </a:extLst>
          </p:cNvPr>
          <p:cNvSpPr/>
          <p:nvPr/>
        </p:nvSpPr>
        <p:spPr>
          <a:xfrm>
            <a:off x="4767112" y="2458373"/>
            <a:ext cx="648000" cy="648000"/>
          </a:xfrm>
          <a:prstGeom prst="ellipse">
            <a:avLst/>
          </a:prstGeom>
          <a:solidFill>
            <a:srgbClr val="8D7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70463C-6BD6-043B-5B13-0C0DC23EFA4F}"/>
              </a:ext>
            </a:extLst>
          </p:cNvPr>
          <p:cNvSpPr/>
          <p:nvPr/>
        </p:nvSpPr>
        <p:spPr>
          <a:xfrm>
            <a:off x="6830871" y="1890202"/>
            <a:ext cx="648000" cy="648000"/>
          </a:xfrm>
          <a:prstGeom prst="ellipse">
            <a:avLst/>
          </a:prstGeom>
          <a:solidFill>
            <a:srgbClr val="8D9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E0F62E5-9048-7E71-3357-8EA657F862A0}"/>
              </a:ext>
            </a:extLst>
          </p:cNvPr>
          <p:cNvSpPr/>
          <p:nvPr/>
        </p:nvSpPr>
        <p:spPr>
          <a:xfrm>
            <a:off x="8887258" y="1393905"/>
            <a:ext cx="648000" cy="648000"/>
          </a:xfrm>
          <a:prstGeom prst="ellipse">
            <a:avLst/>
          </a:prstGeom>
          <a:solidFill>
            <a:srgbClr val="579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46EB59-E501-0642-60F5-340FCDBC3CF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859" y="2631595"/>
            <a:ext cx="288000" cy="28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7DD0C2-E104-000C-F4DE-5BA47F9C59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021" y="2060955"/>
            <a:ext cx="288000" cy="28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4A869D-9088-1FA2-205F-28E69E7E85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005" y="1558249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841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28C2-9056-10ED-1BF2-E59681173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 Lorem ipsum </a:t>
            </a:r>
            <a:r>
              <a:rPr lang="en-IN" dirty="0" err="1"/>
              <a:t>dolor</a:t>
            </a:r>
            <a:r>
              <a:rPr lang="en-IN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8A08E6-6F40-89C2-85C5-B32843526F95}"/>
              </a:ext>
            </a:extLst>
          </p:cNvPr>
          <p:cNvSpPr/>
          <p:nvPr/>
        </p:nvSpPr>
        <p:spPr>
          <a:xfrm>
            <a:off x="3634365" y="1360495"/>
            <a:ext cx="5171844" cy="895350"/>
          </a:xfrm>
          <a:prstGeom prst="rect">
            <a:avLst/>
          </a:prstGeom>
          <a:solidFill>
            <a:srgbClr val="D9D9D9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US" sz="1200" b="1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is simply dummy text of the printing </a:t>
            </a:r>
          </a:p>
          <a:p>
            <a:pPr lvl="2"/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</a:rPr>
              <a:t> 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and  typesetting industry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4" name="Teardrop 3">
            <a:extLst>
              <a:ext uri="{FF2B5EF4-FFF2-40B4-BE49-F238E27FC236}">
                <a16:creationId xmlns:a16="http://schemas.microsoft.com/office/drawing/2014/main" id="{90FBF982-6A12-79FE-7DAF-ADF40F9B4E2B}"/>
              </a:ext>
            </a:extLst>
          </p:cNvPr>
          <p:cNvSpPr/>
          <p:nvPr/>
        </p:nvSpPr>
        <p:spPr>
          <a:xfrm rot="2700000">
            <a:off x="3074874" y="1337506"/>
            <a:ext cx="889921" cy="889921"/>
          </a:xfrm>
          <a:prstGeom prst="teardrop">
            <a:avLst>
              <a:gd name="adj" fmla="val 100000"/>
            </a:avLst>
          </a:prstGeom>
          <a:solidFill>
            <a:srgbClr val="6C4AB6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3A4A00-1F2D-BBF1-5523-290A53385D5D}"/>
              </a:ext>
            </a:extLst>
          </p:cNvPr>
          <p:cNvSpPr/>
          <p:nvPr/>
        </p:nvSpPr>
        <p:spPr>
          <a:xfrm>
            <a:off x="3635627" y="4944707"/>
            <a:ext cx="5171844" cy="895350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US" sz="1200" b="1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is simply dummy text of the printing </a:t>
            </a:r>
          </a:p>
          <a:p>
            <a:pPr lvl="2"/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</a:rPr>
              <a:t> 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and  typesetting industry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6" name="Teardrop 5">
            <a:extLst>
              <a:ext uri="{FF2B5EF4-FFF2-40B4-BE49-F238E27FC236}">
                <a16:creationId xmlns:a16="http://schemas.microsoft.com/office/drawing/2014/main" id="{03CC1625-C775-E377-7972-D0B75309E593}"/>
              </a:ext>
            </a:extLst>
          </p:cNvPr>
          <p:cNvSpPr/>
          <p:nvPr/>
        </p:nvSpPr>
        <p:spPr>
          <a:xfrm rot="2700000">
            <a:off x="3163059" y="4948591"/>
            <a:ext cx="889921" cy="889921"/>
          </a:xfrm>
          <a:prstGeom prst="teardrop">
            <a:avLst>
              <a:gd name="adj" fmla="val 100000"/>
            </a:avLst>
          </a:prstGeom>
          <a:solidFill>
            <a:srgbClr val="579BB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D3588E-4C0D-53E2-6EDF-A8F51A1FB5CC}"/>
              </a:ext>
            </a:extLst>
          </p:cNvPr>
          <p:cNvSpPr/>
          <p:nvPr/>
        </p:nvSpPr>
        <p:spPr>
          <a:xfrm>
            <a:off x="3634365" y="3742180"/>
            <a:ext cx="5171844" cy="895350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US" sz="1200" b="1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is simply dummy text of the printing </a:t>
            </a:r>
          </a:p>
          <a:p>
            <a:pPr lvl="2"/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</a:rPr>
              <a:t> 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and  typesetting industry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F3278D-FDDD-9839-9781-70D814BAC848}"/>
              </a:ext>
            </a:extLst>
          </p:cNvPr>
          <p:cNvSpPr/>
          <p:nvPr/>
        </p:nvSpPr>
        <p:spPr>
          <a:xfrm>
            <a:off x="3634365" y="2533474"/>
            <a:ext cx="5171844" cy="895350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2"/>
            <a:r>
              <a:rPr lang="en-US" sz="1200" b="1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Lorem Ipsum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is simply dummy text of the printing </a:t>
            </a:r>
          </a:p>
          <a:p>
            <a:pPr lvl="2"/>
            <a:r>
              <a:rPr lang="en-US" sz="1200" dirty="0">
                <a:solidFill>
                  <a:schemeClr val="tx1"/>
                </a:solidFill>
                <a:latin typeface="Open Sans" panose="020B0606030504020204" pitchFamily="34" charset="0"/>
              </a:rPr>
              <a:t> </a:t>
            </a:r>
            <a:r>
              <a:rPr lang="en-US" sz="1200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and  typesetting industry</a:t>
            </a:r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1C57A6-3D95-A6E8-A715-1D3D7AC92EE6}"/>
              </a:ext>
            </a:extLst>
          </p:cNvPr>
          <p:cNvSpPr/>
          <p:nvPr/>
        </p:nvSpPr>
        <p:spPr>
          <a:xfrm>
            <a:off x="3233569" y="1488778"/>
            <a:ext cx="587438" cy="587375"/>
          </a:xfrm>
          <a:custGeom>
            <a:avLst/>
            <a:gdLst>
              <a:gd name="connsiteX0" fmla="*/ 0 w 2290857"/>
              <a:gd name="connsiteY0" fmla="*/ 1145307 h 2290613"/>
              <a:gd name="connsiteX1" fmla="*/ 1145429 w 2290857"/>
              <a:gd name="connsiteY1" fmla="*/ 0 h 2290613"/>
              <a:gd name="connsiteX2" fmla="*/ 2290858 w 2290857"/>
              <a:gd name="connsiteY2" fmla="*/ 1145307 h 2290613"/>
              <a:gd name="connsiteX3" fmla="*/ 1145429 w 2290857"/>
              <a:gd name="connsiteY3" fmla="*/ 2290614 h 2290613"/>
              <a:gd name="connsiteX4" fmla="*/ 0 w 2290857"/>
              <a:gd name="connsiteY4" fmla="*/ 1145307 h 229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0857" h="2290613">
                <a:moveTo>
                  <a:pt x="0" y="1145307"/>
                </a:moveTo>
                <a:cubicBezTo>
                  <a:pt x="0" y="512771"/>
                  <a:pt x="512826" y="0"/>
                  <a:pt x="1145429" y="0"/>
                </a:cubicBezTo>
                <a:cubicBezTo>
                  <a:pt x="1778032" y="0"/>
                  <a:pt x="2290858" y="512771"/>
                  <a:pt x="2290858" y="1145307"/>
                </a:cubicBezTo>
                <a:cubicBezTo>
                  <a:pt x="2290858" y="1777843"/>
                  <a:pt x="1778032" y="2290614"/>
                  <a:pt x="1145429" y="2290614"/>
                </a:cubicBezTo>
                <a:cubicBezTo>
                  <a:pt x="512826" y="2290614"/>
                  <a:pt x="0" y="1777843"/>
                  <a:pt x="0" y="1145307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3534" tIns="393332" rIns="393533" bIns="393332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1</a:t>
            </a:r>
            <a:endParaRPr lang="en-IN" sz="2400" kern="1200" dirty="0"/>
          </a:p>
        </p:txBody>
      </p:sp>
      <p:sp>
        <p:nvSpPr>
          <p:cNvPr id="10" name="Teardrop 9">
            <a:extLst>
              <a:ext uri="{FF2B5EF4-FFF2-40B4-BE49-F238E27FC236}">
                <a16:creationId xmlns:a16="http://schemas.microsoft.com/office/drawing/2014/main" id="{E931B483-791E-0486-5A8D-51A7611BE627}"/>
              </a:ext>
            </a:extLst>
          </p:cNvPr>
          <p:cNvSpPr/>
          <p:nvPr/>
        </p:nvSpPr>
        <p:spPr>
          <a:xfrm rot="2700000">
            <a:off x="3104269" y="2541201"/>
            <a:ext cx="889921" cy="889921"/>
          </a:xfrm>
          <a:prstGeom prst="teardrop">
            <a:avLst>
              <a:gd name="adj" fmla="val 100000"/>
            </a:avLst>
          </a:prstGeom>
          <a:solidFill>
            <a:srgbClr val="8D72E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09FDD1F-015F-E32C-691F-B0DF862761AA}"/>
              </a:ext>
            </a:extLst>
          </p:cNvPr>
          <p:cNvSpPr/>
          <p:nvPr/>
        </p:nvSpPr>
        <p:spPr>
          <a:xfrm>
            <a:off x="3255510" y="2692473"/>
            <a:ext cx="587438" cy="587375"/>
          </a:xfrm>
          <a:custGeom>
            <a:avLst/>
            <a:gdLst>
              <a:gd name="connsiteX0" fmla="*/ 0 w 2290857"/>
              <a:gd name="connsiteY0" fmla="*/ 1145307 h 2290613"/>
              <a:gd name="connsiteX1" fmla="*/ 1145429 w 2290857"/>
              <a:gd name="connsiteY1" fmla="*/ 0 h 2290613"/>
              <a:gd name="connsiteX2" fmla="*/ 2290858 w 2290857"/>
              <a:gd name="connsiteY2" fmla="*/ 1145307 h 2290613"/>
              <a:gd name="connsiteX3" fmla="*/ 1145429 w 2290857"/>
              <a:gd name="connsiteY3" fmla="*/ 2290614 h 2290613"/>
              <a:gd name="connsiteX4" fmla="*/ 0 w 2290857"/>
              <a:gd name="connsiteY4" fmla="*/ 1145307 h 229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0857" h="2290613">
                <a:moveTo>
                  <a:pt x="0" y="1145307"/>
                </a:moveTo>
                <a:cubicBezTo>
                  <a:pt x="0" y="512771"/>
                  <a:pt x="512826" y="0"/>
                  <a:pt x="1145429" y="0"/>
                </a:cubicBezTo>
                <a:cubicBezTo>
                  <a:pt x="1778032" y="0"/>
                  <a:pt x="2290858" y="512771"/>
                  <a:pt x="2290858" y="1145307"/>
                </a:cubicBezTo>
                <a:cubicBezTo>
                  <a:pt x="2290858" y="1777843"/>
                  <a:pt x="1778032" y="2290614"/>
                  <a:pt x="1145429" y="2290614"/>
                </a:cubicBezTo>
                <a:cubicBezTo>
                  <a:pt x="512826" y="2290614"/>
                  <a:pt x="0" y="1777843"/>
                  <a:pt x="0" y="11453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3534" tIns="393332" rIns="393533" bIns="393332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2</a:t>
            </a:r>
            <a:endParaRPr lang="en-IN" sz="2400" kern="1200" dirty="0"/>
          </a:p>
        </p:txBody>
      </p:sp>
      <p:sp>
        <p:nvSpPr>
          <p:cNvPr id="12" name="Teardrop 11">
            <a:extLst>
              <a:ext uri="{FF2B5EF4-FFF2-40B4-BE49-F238E27FC236}">
                <a16:creationId xmlns:a16="http://schemas.microsoft.com/office/drawing/2014/main" id="{40F141AE-E632-9558-4F22-B279D2E21FF5}"/>
              </a:ext>
            </a:extLst>
          </p:cNvPr>
          <p:cNvSpPr/>
          <p:nvPr/>
        </p:nvSpPr>
        <p:spPr>
          <a:xfrm rot="2700000">
            <a:off x="3133664" y="3744896"/>
            <a:ext cx="889921" cy="889921"/>
          </a:xfrm>
          <a:prstGeom prst="teardrop">
            <a:avLst>
              <a:gd name="adj" fmla="val 100000"/>
            </a:avLst>
          </a:prstGeom>
          <a:solidFill>
            <a:srgbClr val="8D9EFF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7C81B76-B5C4-62EB-DC3C-886DE9088A5D}"/>
              </a:ext>
            </a:extLst>
          </p:cNvPr>
          <p:cNvSpPr/>
          <p:nvPr/>
        </p:nvSpPr>
        <p:spPr>
          <a:xfrm>
            <a:off x="3284905" y="3896168"/>
            <a:ext cx="587438" cy="587375"/>
          </a:xfrm>
          <a:custGeom>
            <a:avLst/>
            <a:gdLst>
              <a:gd name="connsiteX0" fmla="*/ 0 w 2290857"/>
              <a:gd name="connsiteY0" fmla="*/ 1145307 h 2290613"/>
              <a:gd name="connsiteX1" fmla="*/ 1145429 w 2290857"/>
              <a:gd name="connsiteY1" fmla="*/ 0 h 2290613"/>
              <a:gd name="connsiteX2" fmla="*/ 2290858 w 2290857"/>
              <a:gd name="connsiteY2" fmla="*/ 1145307 h 2290613"/>
              <a:gd name="connsiteX3" fmla="*/ 1145429 w 2290857"/>
              <a:gd name="connsiteY3" fmla="*/ 2290614 h 2290613"/>
              <a:gd name="connsiteX4" fmla="*/ 0 w 2290857"/>
              <a:gd name="connsiteY4" fmla="*/ 1145307 h 229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0857" h="2290613">
                <a:moveTo>
                  <a:pt x="0" y="1145307"/>
                </a:moveTo>
                <a:cubicBezTo>
                  <a:pt x="0" y="512771"/>
                  <a:pt x="512826" y="0"/>
                  <a:pt x="1145429" y="0"/>
                </a:cubicBezTo>
                <a:cubicBezTo>
                  <a:pt x="1778032" y="0"/>
                  <a:pt x="2290858" y="512771"/>
                  <a:pt x="2290858" y="1145307"/>
                </a:cubicBezTo>
                <a:cubicBezTo>
                  <a:pt x="2290858" y="1777843"/>
                  <a:pt x="1778032" y="2290614"/>
                  <a:pt x="1145429" y="2290614"/>
                </a:cubicBezTo>
                <a:cubicBezTo>
                  <a:pt x="512826" y="2290614"/>
                  <a:pt x="0" y="1777843"/>
                  <a:pt x="0" y="114530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3534" tIns="393332" rIns="393533" bIns="393332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3</a:t>
            </a:r>
            <a:endParaRPr lang="en-IN" sz="2400" kern="120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CE196E2-6DC9-0D0E-33B1-C5E141FC221D}"/>
              </a:ext>
            </a:extLst>
          </p:cNvPr>
          <p:cNvSpPr/>
          <p:nvPr/>
        </p:nvSpPr>
        <p:spPr>
          <a:xfrm>
            <a:off x="3323825" y="5099863"/>
            <a:ext cx="587438" cy="587375"/>
          </a:xfrm>
          <a:custGeom>
            <a:avLst/>
            <a:gdLst>
              <a:gd name="connsiteX0" fmla="*/ 0 w 2290857"/>
              <a:gd name="connsiteY0" fmla="*/ 1145307 h 2290613"/>
              <a:gd name="connsiteX1" fmla="*/ 1145429 w 2290857"/>
              <a:gd name="connsiteY1" fmla="*/ 0 h 2290613"/>
              <a:gd name="connsiteX2" fmla="*/ 2290858 w 2290857"/>
              <a:gd name="connsiteY2" fmla="*/ 1145307 h 2290613"/>
              <a:gd name="connsiteX3" fmla="*/ 1145429 w 2290857"/>
              <a:gd name="connsiteY3" fmla="*/ 2290614 h 2290613"/>
              <a:gd name="connsiteX4" fmla="*/ 0 w 2290857"/>
              <a:gd name="connsiteY4" fmla="*/ 1145307 h 2290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90857" h="2290613">
                <a:moveTo>
                  <a:pt x="0" y="1145307"/>
                </a:moveTo>
                <a:cubicBezTo>
                  <a:pt x="0" y="512771"/>
                  <a:pt x="512826" y="0"/>
                  <a:pt x="1145429" y="0"/>
                </a:cubicBezTo>
                <a:cubicBezTo>
                  <a:pt x="1778032" y="0"/>
                  <a:pt x="2290858" y="512771"/>
                  <a:pt x="2290858" y="1145307"/>
                </a:cubicBezTo>
                <a:cubicBezTo>
                  <a:pt x="2290858" y="1777843"/>
                  <a:pt x="1778032" y="2290614"/>
                  <a:pt x="1145429" y="2290614"/>
                </a:cubicBezTo>
                <a:cubicBezTo>
                  <a:pt x="512826" y="2290614"/>
                  <a:pt x="0" y="1777843"/>
                  <a:pt x="0" y="1145307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93534" tIns="393332" rIns="393533" bIns="393332" numCol="1" spcCol="1270" anchor="ctr" anchorCtr="0">
            <a:noAutofit/>
          </a:bodyPr>
          <a:lstStyle/>
          <a:p>
            <a:pPr marL="0" lvl="0" indent="0" algn="ctr" defTabSz="2311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4</a:t>
            </a:r>
            <a:endParaRPr lang="en-IN" sz="2400" kern="1200" dirty="0"/>
          </a:p>
        </p:txBody>
      </p:sp>
    </p:spTree>
    <p:extLst>
      <p:ext uri="{BB962C8B-B14F-4D97-AF65-F5344CB8AC3E}">
        <p14:creationId xmlns:p14="http://schemas.microsoft.com/office/powerpoint/2010/main" val="3835818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F28C2-9056-10ED-1BF2-E59681173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 Lorem ipsum </a:t>
            </a:r>
            <a:r>
              <a:rPr lang="en-IN" dirty="0" err="1"/>
              <a:t>dolor</a:t>
            </a:r>
            <a:r>
              <a:rPr lang="en-IN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0983CE-0783-EF3A-F401-09C89E80081A}"/>
              </a:ext>
            </a:extLst>
          </p:cNvPr>
          <p:cNvSpPr/>
          <p:nvPr/>
        </p:nvSpPr>
        <p:spPr>
          <a:xfrm>
            <a:off x="563879" y="2093917"/>
            <a:ext cx="2484121" cy="2670167"/>
          </a:xfrm>
          <a:prstGeom prst="rect">
            <a:avLst/>
          </a:prstGeom>
          <a:solidFill>
            <a:schemeClr val="bg1"/>
          </a:solidFill>
          <a:ln w="15875">
            <a:solidFill>
              <a:srgbClr val="D9D9D9"/>
            </a:solidFill>
          </a:ln>
          <a:effectLst>
            <a:outerShdw sx="1000" sy="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04000" bIns="180000" rtlCol="0" anchor="b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4DA29670-248A-DD6B-DCE4-ED25A157BC98}"/>
              </a:ext>
            </a:extLst>
          </p:cNvPr>
          <p:cNvSpPr/>
          <p:nvPr/>
        </p:nvSpPr>
        <p:spPr>
          <a:xfrm>
            <a:off x="563879" y="1660249"/>
            <a:ext cx="2484121" cy="1570632"/>
          </a:xfrm>
          <a:prstGeom prst="flowChartOffpageConnector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A10320-0130-5863-138F-417745E2FEDC}"/>
              </a:ext>
            </a:extLst>
          </p:cNvPr>
          <p:cNvSpPr/>
          <p:nvPr/>
        </p:nvSpPr>
        <p:spPr>
          <a:xfrm>
            <a:off x="563879" y="1660248"/>
            <a:ext cx="2484121" cy="433669"/>
          </a:xfrm>
          <a:prstGeom prst="rect">
            <a:avLst/>
          </a:prstGeom>
          <a:solidFill>
            <a:srgbClr val="6C4AB6"/>
          </a:solidFill>
          <a:ln w="15875">
            <a:solidFill>
              <a:srgbClr val="6C4AB6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dirty="0">
                <a:solidFill>
                  <a:schemeClr val="bg1"/>
                </a:solidFill>
              </a:rPr>
              <a:t>Title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A662E-7397-D71D-850A-0C14CF3FCC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264" y="2343725"/>
            <a:ext cx="497502" cy="49750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F9D88DF-5927-621D-9AF6-42F34D9BF72E}"/>
              </a:ext>
            </a:extLst>
          </p:cNvPr>
          <p:cNvSpPr/>
          <p:nvPr/>
        </p:nvSpPr>
        <p:spPr>
          <a:xfrm>
            <a:off x="3459479" y="2093917"/>
            <a:ext cx="2486209" cy="2670167"/>
          </a:xfrm>
          <a:prstGeom prst="rect">
            <a:avLst/>
          </a:prstGeom>
          <a:solidFill>
            <a:schemeClr val="bg1"/>
          </a:solidFill>
          <a:ln w="15875">
            <a:solidFill>
              <a:srgbClr val="D9D9D9"/>
            </a:solidFill>
          </a:ln>
          <a:effectLst>
            <a:outerShdw sx="1000" sy="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04000" bIns="180000" rtlCol="0" anchor="b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3D2C131A-4D81-18EF-4BEA-B8963C58A966}"/>
              </a:ext>
            </a:extLst>
          </p:cNvPr>
          <p:cNvSpPr/>
          <p:nvPr/>
        </p:nvSpPr>
        <p:spPr>
          <a:xfrm>
            <a:off x="3459479" y="2093917"/>
            <a:ext cx="2484121" cy="1136963"/>
          </a:xfrm>
          <a:prstGeom prst="flowChartOffpageConnector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A2D759-5133-7179-25A9-5CD642F7B1B6}"/>
              </a:ext>
            </a:extLst>
          </p:cNvPr>
          <p:cNvSpPr/>
          <p:nvPr/>
        </p:nvSpPr>
        <p:spPr>
          <a:xfrm>
            <a:off x="3459479" y="1660248"/>
            <a:ext cx="2484121" cy="433669"/>
          </a:xfrm>
          <a:prstGeom prst="rect">
            <a:avLst/>
          </a:prstGeom>
          <a:solidFill>
            <a:srgbClr val="8D72E1"/>
          </a:solidFill>
          <a:ln w="15875">
            <a:solidFill>
              <a:srgbClr val="8D72E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dirty="0">
                <a:solidFill>
                  <a:schemeClr val="bg1"/>
                </a:solidFill>
              </a:rPr>
              <a:t>Title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9E506E-5FB9-AD6D-F7E0-AE8D4BCB42C6}"/>
              </a:ext>
            </a:extLst>
          </p:cNvPr>
          <p:cNvSpPr/>
          <p:nvPr/>
        </p:nvSpPr>
        <p:spPr>
          <a:xfrm>
            <a:off x="6355079" y="2093917"/>
            <a:ext cx="2484121" cy="2670167"/>
          </a:xfrm>
          <a:prstGeom prst="rect">
            <a:avLst/>
          </a:prstGeom>
          <a:solidFill>
            <a:schemeClr val="bg1"/>
          </a:solidFill>
          <a:ln w="15875">
            <a:solidFill>
              <a:srgbClr val="D9D9D9"/>
            </a:solidFill>
          </a:ln>
          <a:effectLst>
            <a:outerShdw sx="1000" sy="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04000" bIns="180000" rtlCol="0" anchor="b"/>
          <a:lstStyle/>
          <a:p>
            <a:pPr lvl="1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Flowchart: Off-page Connector 10">
            <a:extLst>
              <a:ext uri="{FF2B5EF4-FFF2-40B4-BE49-F238E27FC236}">
                <a16:creationId xmlns:a16="http://schemas.microsoft.com/office/drawing/2014/main" id="{186B7A3C-D6E7-8043-9C5A-5CA6F83645D1}"/>
              </a:ext>
            </a:extLst>
          </p:cNvPr>
          <p:cNvSpPr/>
          <p:nvPr/>
        </p:nvSpPr>
        <p:spPr>
          <a:xfrm>
            <a:off x="6355079" y="2093917"/>
            <a:ext cx="2484121" cy="1136963"/>
          </a:xfrm>
          <a:prstGeom prst="flowChartOffpageConnector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085691-505E-9291-0563-3CBA6E83DFFC}"/>
              </a:ext>
            </a:extLst>
          </p:cNvPr>
          <p:cNvSpPr/>
          <p:nvPr/>
        </p:nvSpPr>
        <p:spPr>
          <a:xfrm>
            <a:off x="6355079" y="1660248"/>
            <a:ext cx="2484121" cy="433669"/>
          </a:xfrm>
          <a:prstGeom prst="rect">
            <a:avLst/>
          </a:prstGeom>
          <a:solidFill>
            <a:srgbClr val="8D9EFF"/>
          </a:solidFill>
          <a:ln w="15875">
            <a:solidFill>
              <a:srgbClr val="8D9EF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dirty="0">
                <a:solidFill>
                  <a:schemeClr val="bg1"/>
                </a:solidFill>
              </a:rPr>
              <a:t>Title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0713D8-587D-92C0-A223-16368015628D}"/>
              </a:ext>
            </a:extLst>
          </p:cNvPr>
          <p:cNvSpPr/>
          <p:nvPr/>
        </p:nvSpPr>
        <p:spPr>
          <a:xfrm>
            <a:off x="9250679" y="2093917"/>
            <a:ext cx="2484121" cy="2670167"/>
          </a:xfrm>
          <a:prstGeom prst="rect">
            <a:avLst/>
          </a:prstGeom>
          <a:solidFill>
            <a:schemeClr val="bg1"/>
          </a:solidFill>
          <a:ln w="15875">
            <a:solidFill>
              <a:srgbClr val="D9D9D9"/>
            </a:solidFill>
          </a:ln>
          <a:effectLst>
            <a:outerShdw sx="1000" sy="1000" algn="t" rotWithShape="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04000" bIns="180000" rtlCol="0" anchor="b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Flowchart: Off-page Connector 13">
            <a:extLst>
              <a:ext uri="{FF2B5EF4-FFF2-40B4-BE49-F238E27FC236}">
                <a16:creationId xmlns:a16="http://schemas.microsoft.com/office/drawing/2014/main" id="{06C0963C-9B36-62FF-75F4-83F7CF619D32}"/>
              </a:ext>
            </a:extLst>
          </p:cNvPr>
          <p:cNvSpPr/>
          <p:nvPr/>
        </p:nvSpPr>
        <p:spPr>
          <a:xfrm>
            <a:off x="9250679" y="2093917"/>
            <a:ext cx="2484121" cy="1136963"/>
          </a:xfrm>
          <a:prstGeom prst="flowChartOffpageConnector">
            <a:avLst/>
          </a:prstGeom>
          <a:solidFill>
            <a:srgbClr val="D9D9D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438A5C-CADF-854D-54AC-4F2E541DBE99}"/>
              </a:ext>
            </a:extLst>
          </p:cNvPr>
          <p:cNvSpPr/>
          <p:nvPr/>
        </p:nvSpPr>
        <p:spPr>
          <a:xfrm>
            <a:off x="9250679" y="1660248"/>
            <a:ext cx="2484121" cy="433669"/>
          </a:xfrm>
          <a:prstGeom prst="rect">
            <a:avLst/>
          </a:prstGeom>
          <a:solidFill>
            <a:srgbClr val="579BB1"/>
          </a:solidFill>
          <a:ln w="15875">
            <a:solidFill>
              <a:srgbClr val="579BB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1800" dirty="0">
                <a:solidFill>
                  <a:schemeClr val="bg1"/>
                </a:solidFill>
              </a:rPr>
              <a:t>Title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CDB171-8168-64E4-4285-A8B1BC6D5A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715" y="2345932"/>
            <a:ext cx="495295" cy="4952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78A6C4-E771-D513-E23D-30B3084AA24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508" y="2343725"/>
            <a:ext cx="507661" cy="50766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42C6EC6-48BA-3A52-C897-3A6CEBD1579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739" y="2376476"/>
            <a:ext cx="432000" cy="432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BB9D8E6-62A7-D91B-3DBC-8476F4E61C0B}"/>
              </a:ext>
            </a:extLst>
          </p:cNvPr>
          <p:cNvSpPr txBox="1"/>
          <p:nvPr/>
        </p:nvSpPr>
        <p:spPr>
          <a:xfrm>
            <a:off x="592454" y="3599950"/>
            <a:ext cx="2484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>
                <a:solidFill>
                  <a:schemeClr val="tx1"/>
                </a:solidFill>
              </a:rPr>
              <a:t>Phasellus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Nunc </a:t>
            </a:r>
            <a:r>
              <a:rPr lang="en-US" sz="1200" dirty="0" err="1">
                <a:solidFill>
                  <a:schemeClr val="tx1"/>
                </a:solidFill>
              </a:rPr>
              <a:t>condimentum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Proin sed </a:t>
            </a:r>
            <a:r>
              <a:rPr lang="en-US" sz="1200" dirty="0" err="1">
                <a:solidFill>
                  <a:schemeClr val="tx1"/>
                </a:solidFill>
              </a:rPr>
              <a:t>nulla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Quisque</a:t>
            </a:r>
            <a:r>
              <a:rPr lang="en-US" sz="1200" dirty="0">
                <a:solidFill>
                  <a:schemeClr val="tx1"/>
                </a:solidFill>
              </a:rPr>
              <a:t> maximus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sapien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mattis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IN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F0DC91-C25E-4C9E-53CC-8C6B7CCFB281}"/>
              </a:ext>
            </a:extLst>
          </p:cNvPr>
          <p:cNvSpPr txBox="1"/>
          <p:nvPr/>
        </p:nvSpPr>
        <p:spPr>
          <a:xfrm>
            <a:off x="3485965" y="3563755"/>
            <a:ext cx="2484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>
                <a:solidFill>
                  <a:schemeClr val="tx1"/>
                </a:solidFill>
              </a:rPr>
              <a:t>Phasellus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Nunc </a:t>
            </a:r>
            <a:r>
              <a:rPr lang="en-US" sz="1200" dirty="0" err="1">
                <a:solidFill>
                  <a:schemeClr val="tx1"/>
                </a:solidFill>
              </a:rPr>
              <a:t>condimentum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Proin sed </a:t>
            </a:r>
            <a:r>
              <a:rPr lang="en-US" sz="1200" dirty="0" err="1">
                <a:solidFill>
                  <a:schemeClr val="tx1"/>
                </a:solidFill>
              </a:rPr>
              <a:t>nulla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Quisque</a:t>
            </a:r>
            <a:r>
              <a:rPr lang="en-US" sz="1200" dirty="0">
                <a:solidFill>
                  <a:schemeClr val="tx1"/>
                </a:solidFill>
              </a:rPr>
              <a:t> maximus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sapien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mattis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IN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E7D87F-3133-4E26-C180-DFE96B28C28C}"/>
              </a:ext>
            </a:extLst>
          </p:cNvPr>
          <p:cNvSpPr txBox="1"/>
          <p:nvPr/>
        </p:nvSpPr>
        <p:spPr>
          <a:xfrm>
            <a:off x="6379476" y="3527560"/>
            <a:ext cx="2484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>
                <a:solidFill>
                  <a:schemeClr val="tx1"/>
                </a:solidFill>
              </a:rPr>
              <a:t>Phasellus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Nunc </a:t>
            </a:r>
            <a:r>
              <a:rPr lang="en-US" sz="1200" dirty="0" err="1">
                <a:solidFill>
                  <a:schemeClr val="tx1"/>
                </a:solidFill>
              </a:rPr>
              <a:t>condimentum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Proin sed </a:t>
            </a:r>
            <a:r>
              <a:rPr lang="en-US" sz="1200" dirty="0" err="1">
                <a:solidFill>
                  <a:schemeClr val="tx1"/>
                </a:solidFill>
              </a:rPr>
              <a:t>nulla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Quisque</a:t>
            </a:r>
            <a:r>
              <a:rPr lang="en-US" sz="1200" dirty="0">
                <a:solidFill>
                  <a:schemeClr val="tx1"/>
                </a:solidFill>
              </a:rPr>
              <a:t> maximus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sapien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mattis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IN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B2AE72-91A0-0F2C-090A-0341B78CA230}"/>
              </a:ext>
            </a:extLst>
          </p:cNvPr>
          <p:cNvSpPr txBox="1"/>
          <p:nvPr/>
        </p:nvSpPr>
        <p:spPr>
          <a:xfrm>
            <a:off x="9272987" y="3491365"/>
            <a:ext cx="2484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a-DK" sz="1200" dirty="0">
                <a:solidFill>
                  <a:schemeClr val="tx1"/>
                </a:solidFill>
              </a:rPr>
              <a:t>Phasellus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Nunc </a:t>
            </a:r>
            <a:r>
              <a:rPr lang="en-US" sz="1200" dirty="0" err="1">
                <a:solidFill>
                  <a:schemeClr val="tx1"/>
                </a:solidFill>
              </a:rPr>
              <a:t>condimentum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Proin sed </a:t>
            </a:r>
            <a:r>
              <a:rPr lang="en-US" sz="1200" dirty="0" err="1">
                <a:solidFill>
                  <a:schemeClr val="tx1"/>
                </a:solidFill>
              </a:rPr>
              <a:t>nulla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Quisque</a:t>
            </a:r>
            <a:r>
              <a:rPr lang="en-US" sz="1200" dirty="0">
                <a:solidFill>
                  <a:schemeClr val="tx1"/>
                </a:solidFill>
              </a:rPr>
              <a:t> maximus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tx1"/>
                </a:solidFill>
              </a:rPr>
              <a:t>sapien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mattis</a:t>
            </a:r>
            <a:endParaRPr lang="en-US" sz="1200" dirty="0">
              <a:solidFill>
                <a:schemeClr val="tx1"/>
              </a:solidFill>
            </a:endParaRP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996385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366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Open Sans</vt:lpstr>
      <vt:lpstr>Wingdings</vt:lpstr>
      <vt:lpstr>Office Theme</vt:lpstr>
      <vt:lpstr>Presentation Title</vt:lpstr>
      <vt:lpstr>Lorem ipsum dolor sit amet Lorem ipsum dolor </vt:lpstr>
      <vt:lpstr>Lorem ipsum dolor sit amet Lorem ipsum dolor </vt:lpstr>
      <vt:lpstr>Lorem ipsum dolor sit amet Lorem ipsum dolor </vt:lpstr>
      <vt:lpstr>Lorem ipsum dolor sit amet Lorem ipsum dolor </vt:lpstr>
      <vt:lpstr>Lorem ipsum dolor sit amet Lorem ipsum dolor </vt:lpstr>
      <vt:lpstr>Lorem ipsum dolor sit amet Lorem ipsum dolor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Shivakumar M.</dc:creator>
  <cp:lastModifiedBy>Shivakumar M.</cp:lastModifiedBy>
  <cp:revision>25</cp:revision>
  <dcterms:created xsi:type="dcterms:W3CDTF">2022-12-23T14:14:28Z</dcterms:created>
  <dcterms:modified xsi:type="dcterms:W3CDTF">2022-12-30T09:11:34Z</dcterms:modified>
</cp:coreProperties>
</file>