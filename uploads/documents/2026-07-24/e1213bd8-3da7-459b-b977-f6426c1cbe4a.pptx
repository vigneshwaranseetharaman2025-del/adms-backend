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5"/>
  </p:handoutMasterIdLst>
  <p:sldIdLst>
    <p:sldId id="258" r:id="rId2"/>
    <p:sldId id="269" r:id="rId3"/>
    <p:sldId id="26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3355"/>
    <a:srgbClr val="7C304E"/>
    <a:srgbClr val="5B407D"/>
    <a:srgbClr val="593E7D"/>
    <a:srgbClr val="9F484B"/>
    <a:srgbClr val="6F2E56"/>
    <a:srgbClr val="FFFFFF"/>
    <a:srgbClr val="DEC8D4"/>
    <a:srgbClr val="533A7B"/>
    <a:srgbClr val="9B32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35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CB5687-7047-FEE2-AA52-B5805A012F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8854C-0936-FF67-3FE0-A7F975E40B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FD4B7-40F7-461C-B19D-C24D0849835E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174A7-2D48-FAD6-95A1-1037B17488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895943-24C9-9316-4BF1-59271672C0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8D603-80D9-416C-9EDE-DD085D26F2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437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CBB41-DC15-7878-DEC2-669406D1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33FF64-3A5D-4422-A472-EDC246C6141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3878B-5AC2-A5D7-A75D-8A2038825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1E116A-D927-79D5-0C50-E7A16B9BAE53}"/>
              </a:ext>
            </a:extLst>
          </p:cNvPr>
          <p:cNvSpPr/>
          <p:nvPr userDrawn="1"/>
        </p:nvSpPr>
        <p:spPr>
          <a:xfrm>
            <a:off x="274320" y="6258560"/>
            <a:ext cx="11917680" cy="599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6FDA-2C3A-669A-BFE6-80D38F6D0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8088C8-FEE6-4155-937E-27A0FDD522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F1AEFB-7303-91FB-0FF8-A3EE63C762BA}"/>
              </a:ext>
            </a:extLst>
          </p:cNvPr>
          <p:cNvSpPr/>
          <p:nvPr userDrawn="1"/>
        </p:nvSpPr>
        <p:spPr>
          <a:xfrm>
            <a:off x="8426643" y="6073365"/>
            <a:ext cx="3111113" cy="725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792C6B-46EF-56AA-DC53-DE438D08C9CC}"/>
              </a:ext>
            </a:extLst>
          </p:cNvPr>
          <p:cNvSpPr/>
          <p:nvPr userDrawn="1"/>
        </p:nvSpPr>
        <p:spPr>
          <a:xfrm>
            <a:off x="0" y="-1"/>
            <a:ext cx="1904337" cy="9462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587B2E-3B2A-A566-5BA3-D75F217A0A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646"/>
            <a:ext cx="12200260" cy="6862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DFECC878-146B-70ED-0B52-F6762A1B3C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074" y="-1"/>
            <a:ext cx="4895186" cy="583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CDB9ED6-9E78-61E2-4DF9-1D9EFBBB03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8031" y="3202092"/>
            <a:ext cx="4785360" cy="56420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07A10A-E015-BBE4-50F1-F2C375947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4178" y="2353143"/>
            <a:ext cx="5527212" cy="848949"/>
          </a:xfrm>
        </p:spPr>
        <p:txBody>
          <a:bodyPr anchor="b">
            <a:normAutofit/>
          </a:bodyPr>
          <a:lstStyle>
            <a:lvl1pPr algn="l">
              <a:defRPr sz="5000" b="1">
                <a:solidFill>
                  <a:srgbClr val="9B32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40562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09EE-316B-7C5C-7BEB-4E5461E5F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101" y="110684"/>
            <a:ext cx="11721600" cy="748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312F-CCE0-70CB-446C-29319910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79" y="985962"/>
            <a:ext cx="11848821" cy="55102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0861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165F-328C-7EF3-35A0-549B1B360E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0640" y="3527425"/>
            <a:ext cx="5756400" cy="1526400"/>
          </a:xfrm>
          <a:solidFill>
            <a:srgbClr val="9B323D"/>
          </a:solidFill>
        </p:spPr>
        <p:txBody>
          <a:bodyPr lIns="360000" anchor="ctr"/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Name: </a:t>
            </a:r>
            <a:br>
              <a:rPr lang="en-US" dirty="0"/>
            </a:br>
            <a:r>
              <a:rPr lang="en-US" dirty="0"/>
              <a:t>E-mail: </a:t>
            </a:r>
            <a:br>
              <a:rPr lang="en-US" dirty="0"/>
            </a:br>
            <a:r>
              <a:rPr lang="en-US" dirty="0"/>
              <a:t>Contact Number: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65D69-ED37-80D1-586D-9419ECFF27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33FF64-3A5D-4422-A472-EDC246C6141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79485-172C-5A15-7CAF-D17D3D17C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CF856-A121-0D13-504A-ABFE111C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8088C8-FEE6-4155-937E-27A0FDD522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780929-3AE7-FE4E-44B7-A41A4AEAD5AC}"/>
              </a:ext>
            </a:extLst>
          </p:cNvPr>
          <p:cNvSpPr/>
          <p:nvPr userDrawn="1"/>
        </p:nvSpPr>
        <p:spPr>
          <a:xfrm>
            <a:off x="137160" y="6239192"/>
            <a:ext cx="12054840" cy="618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7B5A6B-3D35-1EE3-E542-B607B1DDBA12}"/>
              </a:ext>
            </a:extLst>
          </p:cNvPr>
          <p:cNvSpPr/>
          <p:nvPr userDrawn="1"/>
        </p:nvSpPr>
        <p:spPr>
          <a:xfrm>
            <a:off x="0" y="0"/>
            <a:ext cx="11917680" cy="1287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52A32E-B616-7F34-8AAD-8849823646AE}"/>
              </a:ext>
            </a:extLst>
          </p:cNvPr>
          <p:cNvSpPr/>
          <p:nvPr userDrawn="1"/>
        </p:nvSpPr>
        <p:spPr>
          <a:xfrm>
            <a:off x="0" y="1964222"/>
            <a:ext cx="12192000" cy="1113101"/>
          </a:xfrm>
          <a:prstGeom prst="rect">
            <a:avLst/>
          </a:prstGeom>
          <a:solidFill>
            <a:srgbClr val="9B323D"/>
          </a:solidFill>
          <a:ln>
            <a:solidFill>
              <a:srgbClr val="9B32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  <a:p>
            <a:pPr algn="ctr">
              <a:lnSpc>
                <a:spcPct val="300000"/>
              </a:lnSpc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20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152D-1735-4039-5C36-0DC0791B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2954-D232-6FD0-4113-F7E9B4681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6492" y="1014592"/>
            <a:ext cx="5738190" cy="55054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2EF9B-D674-A8A1-57DD-A551BF622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1287" y="1014592"/>
            <a:ext cx="5756743" cy="550547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9299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2B61-64D9-8DCF-14EF-F8DC59AC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61" y="206099"/>
            <a:ext cx="11874472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0A817-15B3-7ADF-457B-E6A132481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9461" y="1665260"/>
            <a:ext cx="587336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1F312-C0FC-066E-748D-CB508AEB4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637" y="2489171"/>
            <a:ext cx="5873363" cy="3967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932E4E-CF29-4CBB-4D74-F0D3513B9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7831" y="1665260"/>
            <a:ext cx="57761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333DC-AE09-B7EC-52E8-6C08F6004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7831" y="2489171"/>
            <a:ext cx="5776102" cy="3967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8595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88D3-3F2A-CE9A-CDB7-AE8399C3B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630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443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37295-9B41-2832-8E40-99531763F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978010"/>
            <a:ext cx="11895151" cy="5472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12CA0A0-85A9-5404-753C-7F38C636B130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274321" y="6515334"/>
            <a:ext cx="2913891" cy="33152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0" hangingPunct="0">
              <a:defRPr/>
            </a:pPr>
            <a:r>
              <a:rPr lang="en-US" alt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© 2026 Aithent.           All Rights Reserved.</a:t>
            </a:r>
            <a:endParaRPr lang="en-US" alt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2BA56-FDA3-8DAD-3539-D54073B17D32}"/>
              </a:ext>
            </a:extLst>
          </p:cNvPr>
          <p:cNvSpPr/>
          <p:nvPr userDrawn="1"/>
        </p:nvSpPr>
        <p:spPr>
          <a:xfrm>
            <a:off x="11578423" y="6450853"/>
            <a:ext cx="499607" cy="460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0B17A53-B51B-4487-867F-1C83F1AD35A1}" type="slidenum">
              <a:rPr lang="en-US" altLang="en-US" sz="18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00845BC8-1A8F-C38D-C564-912DC3B7540D}"/>
              </a:ext>
            </a:extLst>
          </p:cNvPr>
          <p:cNvSpPr/>
          <p:nvPr userDrawn="1"/>
        </p:nvSpPr>
        <p:spPr>
          <a:xfrm rot="5400000">
            <a:off x="-171573" y="171571"/>
            <a:ext cx="820222" cy="477079"/>
          </a:xfrm>
          <a:prstGeom prst="rtTriangle">
            <a:avLst/>
          </a:prstGeom>
          <a:gradFill flip="none" rotWithShape="1">
            <a:gsLst>
              <a:gs pos="32856">
                <a:srgbClr val="533A7B"/>
              </a:gs>
              <a:gs pos="0">
                <a:srgbClr val="9F484B"/>
              </a:gs>
              <a:gs pos="81000">
                <a:srgbClr val="6F2E56"/>
              </a:gs>
              <a:gs pos="83000">
                <a:srgbClr val="86334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1EFA98-681E-2993-5355-832E7A8C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9" y="96017"/>
            <a:ext cx="11720221" cy="74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533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A646861-4139-80AC-ACB2-9675783582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Presentation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5E73A3-5129-AEB6-DB95-67DEAFB14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26ABA1-44A7-BB3C-5CE2-C83F46CA8B66}"/>
              </a:ext>
            </a:extLst>
          </p:cNvPr>
          <p:cNvSpPr txBox="1">
            <a:spLocks/>
          </p:cNvSpPr>
          <p:nvPr/>
        </p:nvSpPr>
        <p:spPr>
          <a:xfrm>
            <a:off x="388046" y="4537357"/>
            <a:ext cx="4169775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Date: </a:t>
            </a:r>
            <a:endParaRPr lang="en-I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F67D663B-CCF0-D3FF-CA63-A7EC89F3A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15" y="551701"/>
            <a:ext cx="2375999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45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8C6F9-3E4A-C818-4510-0FE3962B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0FB6D-D5C8-3B5A-F416-FC52682D7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Fusce</a:t>
            </a:r>
            <a:r>
              <a:rPr lang="en-IN" dirty="0"/>
              <a:t> </a:t>
            </a:r>
            <a:r>
              <a:rPr lang="en-IN" dirty="0" err="1"/>
              <a:t>imperdiet</a:t>
            </a:r>
            <a:r>
              <a:rPr lang="en-IN" dirty="0"/>
              <a:t> </a:t>
            </a:r>
            <a:r>
              <a:rPr lang="en-IN" dirty="0" err="1"/>
              <a:t>enim</a:t>
            </a:r>
            <a:r>
              <a:rPr lang="en-IN" dirty="0"/>
              <a:t> magna, at </a:t>
            </a:r>
            <a:r>
              <a:rPr lang="en-IN" dirty="0" err="1"/>
              <a:t>tristique</a:t>
            </a:r>
            <a:r>
              <a:rPr lang="en-IN" dirty="0"/>
              <a:t> </a:t>
            </a:r>
            <a:r>
              <a:rPr lang="en-IN" dirty="0" err="1"/>
              <a:t>orci</a:t>
            </a:r>
            <a:r>
              <a:rPr lang="en-IN" dirty="0"/>
              <a:t> </a:t>
            </a:r>
            <a:r>
              <a:rPr lang="en-IN" dirty="0" err="1"/>
              <a:t>blandit</a:t>
            </a:r>
            <a:r>
              <a:rPr lang="en-IN" dirty="0"/>
              <a:t> </a:t>
            </a:r>
            <a:r>
              <a:rPr lang="en-IN" dirty="0" err="1"/>
              <a:t>vel</a:t>
            </a:r>
            <a:endParaRPr lang="en-IN" dirty="0"/>
          </a:p>
          <a:p>
            <a:r>
              <a:rPr lang="en-IN" dirty="0"/>
              <a:t>Sed lacinia</a:t>
            </a:r>
          </a:p>
          <a:p>
            <a:pPr lvl="1"/>
            <a:r>
              <a:rPr lang="en-IN" dirty="0"/>
              <a:t>Lacus id </a:t>
            </a:r>
            <a:r>
              <a:rPr lang="en-IN" dirty="0" err="1"/>
              <a:t>posuere</a:t>
            </a:r>
            <a:r>
              <a:rPr lang="en-IN" dirty="0"/>
              <a:t> </a:t>
            </a:r>
            <a:r>
              <a:rPr lang="en-IN" dirty="0" err="1"/>
              <a:t>viverra</a:t>
            </a:r>
            <a:endParaRPr lang="en-IN" dirty="0"/>
          </a:p>
          <a:p>
            <a:pPr lvl="1"/>
            <a:r>
              <a:rPr lang="en-IN" dirty="0"/>
              <a:t>Libero magna </a:t>
            </a:r>
            <a:r>
              <a:rPr lang="en-IN" dirty="0" err="1"/>
              <a:t>tincidunt</a:t>
            </a:r>
            <a:r>
              <a:rPr lang="en-IN" dirty="0"/>
              <a:t> </a:t>
            </a:r>
            <a:r>
              <a:rPr lang="en-IN" dirty="0" err="1"/>
              <a:t>loreut</a:t>
            </a:r>
            <a:endParaRPr lang="en-IN" dirty="0"/>
          </a:p>
          <a:p>
            <a:pPr lvl="1"/>
            <a:r>
              <a:rPr lang="en-IN" dirty="0" err="1"/>
              <a:t>Imperdiet</a:t>
            </a:r>
            <a:r>
              <a:rPr lang="en-IN" dirty="0"/>
              <a:t> </a:t>
            </a:r>
            <a:r>
              <a:rPr lang="en-IN" dirty="0" err="1"/>
              <a:t>massa</a:t>
            </a:r>
            <a:r>
              <a:rPr lang="en-IN" dirty="0"/>
              <a:t> </a:t>
            </a:r>
            <a:r>
              <a:rPr lang="en-IN" dirty="0" err="1"/>
              <a:t>sapien</a:t>
            </a:r>
            <a:r>
              <a:rPr lang="en-IN" dirty="0"/>
              <a:t> </a:t>
            </a:r>
            <a:r>
              <a:rPr lang="en-IN" dirty="0" err="1"/>
              <a:t>eu</a:t>
            </a:r>
            <a:r>
              <a:rPr lang="en-IN" dirty="0"/>
              <a:t> libero</a:t>
            </a:r>
          </a:p>
          <a:p>
            <a:r>
              <a:rPr lang="en-IN" dirty="0"/>
              <a:t>Proin at gravida </a:t>
            </a:r>
            <a:r>
              <a:rPr lang="en-IN" dirty="0" err="1"/>
              <a:t>sem</a:t>
            </a:r>
            <a:endParaRPr lang="en-IN" dirty="0"/>
          </a:p>
          <a:p>
            <a:r>
              <a:rPr lang="en-IN" dirty="0"/>
              <a:t>Varius </a:t>
            </a:r>
            <a:r>
              <a:rPr lang="en-IN" dirty="0" err="1"/>
              <a:t>viverra</a:t>
            </a:r>
            <a:r>
              <a:rPr lang="en-IN" dirty="0"/>
              <a:t> </a:t>
            </a:r>
            <a:r>
              <a:rPr lang="en-IN" dirty="0" err="1"/>
              <a:t>erat</a:t>
            </a:r>
            <a:endParaRPr lang="en-IN" dirty="0"/>
          </a:p>
          <a:p>
            <a:pPr lvl="1"/>
            <a:r>
              <a:rPr lang="en-IN" dirty="0" err="1"/>
              <a:t>Pellentesque</a:t>
            </a:r>
            <a:r>
              <a:rPr lang="en-IN" dirty="0"/>
              <a:t> </a:t>
            </a:r>
            <a:r>
              <a:rPr lang="en-IN" dirty="0" err="1"/>
              <a:t>vehicula</a:t>
            </a:r>
            <a:r>
              <a:rPr lang="en-IN" dirty="0"/>
              <a:t>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felis</a:t>
            </a:r>
            <a:r>
              <a:rPr lang="en-IN" dirty="0"/>
              <a:t>, </a:t>
            </a:r>
            <a:r>
              <a:rPr lang="en-IN" dirty="0" err="1"/>
              <a:t>quis</a:t>
            </a:r>
            <a:r>
              <a:rPr lang="en-IN" dirty="0"/>
              <a:t> </a:t>
            </a:r>
            <a:r>
              <a:rPr lang="en-IN" dirty="0" err="1"/>
              <a:t>imperdiet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 </a:t>
            </a:r>
            <a:r>
              <a:rPr lang="en-IN" dirty="0" err="1"/>
              <a:t>rhoncus</a:t>
            </a:r>
            <a:r>
              <a:rPr lang="en-IN" dirty="0"/>
              <a:t> ne</a:t>
            </a:r>
          </a:p>
          <a:p>
            <a:pPr lvl="2"/>
            <a:r>
              <a:rPr lang="en-IN" dirty="0"/>
              <a:t>Maecenas </a:t>
            </a:r>
            <a:r>
              <a:rPr lang="en-IN" dirty="0" err="1"/>
              <a:t>mollis</a:t>
            </a:r>
            <a:r>
              <a:rPr lang="en-IN" dirty="0"/>
              <a:t> </a:t>
            </a:r>
            <a:r>
              <a:rPr lang="en-IN" dirty="0" err="1"/>
              <a:t>augue</a:t>
            </a:r>
            <a:r>
              <a:rPr lang="en-IN" dirty="0"/>
              <a:t> dui, </a:t>
            </a:r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condimentum</a:t>
            </a:r>
            <a:r>
              <a:rPr lang="en-IN" dirty="0"/>
              <a:t> ante </a:t>
            </a:r>
            <a:r>
              <a:rPr lang="en-IN" dirty="0" err="1"/>
              <a:t>ultrices</a:t>
            </a:r>
            <a:r>
              <a:rPr lang="en-IN" dirty="0"/>
              <a:t> </a:t>
            </a:r>
            <a:r>
              <a:rPr lang="en-IN" dirty="0" err="1"/>
              <a:t>varius</a:t>
            </a:r>
            <a:r>
              <a:rPr lang="en-IN" dirty="0"/>
              <a:t> </a:t>
            </a:r>
          </a:p>
          <a:p>
            <a:pPr lvl="3"/>
            <a:r>
              <a:rPr lang="en-IN" dirty="0" err="1"/>
              <a:t>Vivamus</a:t>
            </a:r>
            <a:r>
              <a:rPr lang="en-IN" dirty="0"/>
              <a:t> nec </a:t>
            </a:r>
            <a:r>
              <a:rPr lang="en-IN" dirty="0" err="1"/>
              <a:t>lectus</a:t>
            </a:r>
            <a:r>
              <a:rPr lang="en-IN" dirty="0"/>
              <a:t> </a:t>
            </a:r>
            <a:r>
              <a:rPr lang="en-IN" dirty="0" err="1"/>
              <a:t>sed</a:t>
            </a:r>
            <a:r>
              <a:rPr lang="en-IN" dirty="0"/>
              <a:t> </a:t>
            </a:r>
            <a:r>
              <a:rPr lang="en-IN" dirty="0" err="1"/>
              <a:t>augue</a:t>
            </a:r>
            <a:r>
              <a:rPr lang="en-IN" dirty="0"/>
              <a:t> </a:t>
            </a:r>
            <a:r>
              <a:rPr lang="en-IN" dirty="0" err="1"/>
              <a:t>volutpat</a:t>
            </a:r>
            <a:r>
              <a:rPr lang="en-IN" dirty="0"/>
              <a:t> </a:t>
            </a:r>
            <a:r>
              <a:rPr lang="en-IN" dirty="0" err="1"/>
              <a:t>tincidunt</a:t>
            </a:r>
            <a:r>
              <a:rPr lang="en-IN" dirty="0"/>
              <a:t> </a:t>
            </a:r>
            <a:r>
              <a:rPr lang="en-IN" dirty="0" err="1"/>
              <a:t>sed</a:t>
            </a:r>
            <a:r>
              <a:rPr lang="en-IN" dirty="0"/>
              <a:t> et libero</a:t>
            </a:r>
          </a:p>
          <a:p>
            <a:pPr lvl="4"/>
            <a:r>
              <a:rPr lang="en-IN" dirty="0"/>
              <a:t>Sed </a:t>
            </a:r>
            <a:r>
              <a:rPr lang="en-IN" dirty="0" err="1"/>
              <a:t>iaculis</a:t>
            </a:r>
            <a:r>
              <a:rPr lang="en-IN" dirty="0"/>
              <a:t> </a:t>
            </a:r>
            <a:r>
              <a:rPr lang="en-IN" dirty="0" err="1"/>
              <a:t>hendrerit</a:t>
            </a:r>
            <a:r>
              <a:rPr lang="en-IN" dirty="0"/>
              <a:t> </a:t>
            </a:r>
            <a:r>
              <a:rPr lang="en-IN" dirty="0" err="1"/>
              <a:t>scelerisque</a:t>
            </a:r>
            <a:endParaRPr lang="en-IN" dirty="0"/>
          </a:p>
          <a:p>
            <a:pPr lvl="5"/>
            <a:r>
              <a:rPr lang="en-IN" dirty="0"/>
              <a:t>Integer </a:t>
            </a:r>
            <a:r>
              <a:rPr lang="en-IN" dirty="0" err="1"/>
              <a:t>acvulputate</a:t>
            </a:r>
            <a:r>
              <a:rPr lang="en-IN" dirty="0"/>
              <a:t> lorem</a:t>
            </a:r>
          </a:p>
          <a:p>
            <a:r>
              <a:rPr lang="en-IN" dirty="0" err="1"/>
              <a:t>Nullam</a:t>
            </a:r>
            <a:r>
              <a:rPr lang="en-IN" dirty="0"/>
              <a:t> tempus </a:t>
            </a:r>
            <a:r>
              <a:rPr lang="en-IN" dirty="0" err="1"/>
              <a:t>dolor</a:t>
            </a:r>
            <a:r>
              <a:rPr lang="en-IN" dirty="0"/>
              <a:t> at </a:t>
            </a:r>
            <a:r>
              <a:rPr lang="en-IN" dirty="0" err="1"/>
              <a:t>urna</a:t>
            </a:r>
            <a:r>
              <a:rPr lang="en-IN" dirty="0"/>
              <a:t> </a:t>
            </a:r>
            <a:r>
              <a:rPr lang="en-IN" dirty="0" err="1"/>
              <a:t>interdum</a:t>
            </a:r>
            <a:r>
              <a:rPr lang="en-IN" dirty="0"/>
              <a:t> </a:t>
            </a:r>
            <a:r>
              <a:rPr lang="en-IN" dirty="0" err="1"/>
              <a:t>finibus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9380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31A3-ADFE-33C2-ED0A-615FC61DC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740" y="3527425"/>
            <a:ext cx="6236520" cy="1526400"/>
          </a:xfrm>
        </p:spPr>
        <p:txBody>
          <a:bodyPr/>
          <a:lstStyle/>
          <a:p>
            <a:r>
              <a:rPr lang="en-IN" dirty="0"/>
              <a:t>Name:</a:t>
            </a:r>
            <a:br>
              <a:rPr lang="en-IN" dirty="0"/>
            </a:br>
            <a:r>
              <a:rPr lang="en-IN" dirty="0"/>
              <a:t>E-mail:</a:t>
            </a:r>
            <a:br>
              <a:rPr lang="en-IN" dirty="0"/>
            </a:br>
            <a:r>
              <a:rPr lang="en-IN" dirty="0"/>
              <a:t>Contact Phone:</a:t>
            </a:r>
          </a:p>
        </p:txBody>
      </p:sp>
    </p:spTree>
    <p:extLst>
      <p:ext uri="{BB962C8B-B14F-4D97-AF65-F5344CB8AC3E}">
        <p14:creationId xmlns:p14="http://schemas.microsoft.com/office/powerpoint/2010/main" val="451889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1714</TotalTime>
  <Words>100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Wingdings</vt:lpstr>
      <vt:lpstr>Office Theme</vt:lpstr>
      <vt:lpstr>Presentation Title</vt:lpstr>
      <vt:lpstr>Lorem ipsum dolor sit amet </vt:lpstr>
      <vt:lpstr>Name: E-mail: Contact Phone: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Ancen Abraham</dc:creator>
  <cp:lastModifiedBy>Lavanya Thangadurai</cp:lastModifiedBy>
  <cp:revision>53</cp:revision>
  <dcterms:created xsi:type="dcterms:W3CDTF">2024-12-17T12:28:27Z</dcterms:created>
  <dcterms:modified xsi:type="dcterms:W3CDTF">2026-01-05T05:10:16Z</dcterms:modified>
</cp:coreProperties>
</file>