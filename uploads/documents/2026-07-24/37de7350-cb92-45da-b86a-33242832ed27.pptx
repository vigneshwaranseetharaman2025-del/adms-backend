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357811"/>
    <a:srgbClr val="236575"/>
    <a:srgbClr val="8EDC65"/>
    <a:srgbClr val="62B934"/>
    <a:srgbClr val="00B050"/>
    <a:srgbClr val="10B150"/>
    <a:srgbClr val="63B934"/>
    <a:srgbClr val="6EA5B3"/>
    <a:srgbClr val="B632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62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5D5C4A0-4FEB-7786-7DBC-AB6D168A77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617" y="0"/>
            <a:ext cx="3911600" cy="585470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AF13DF8-BC51-062E-3CF9-EBB605A60ACA}"/>
              </a:ext>
            </a:extLst>
          </p:cNvPr>
          <p:cNvSpPr/>
          <p:nvPr userDrawn="1"/>
        </p:nvSpPr>
        <p:spPr>
          <a:xfrm>
            <a:off x="8117576" y="2583402"/>
            <a:ext cx="4068000" cy="4273576"/>
          </a:xfrm>
          <a:custGeom>
            <a:avLst/>
            <a:gdLst>
              <a:gd name="connsiteX0" fmla="*/ 0 w 5999626"/>
              <a:gd name="connsiteY0" fmla="*/ 4637884 h 4637883"/>
              <a:gd name="connsiteX1" fmla="*/ 0 w 5999626"/>
              <a:gd name="connsiteY1" fmla="*/ 0 h 4637883"/>
              <a:gd name="connsiteX2" fmla="*/ 5999627 w 5999626"/>
              <a:gd name="connsiteY2" fmla="*/ 0 h 463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99626" h="4637883">
                <a:moveTo>
                  <a:pt x="0" y="4637884"/>
                </a:moveTo>
                <a:lnTo>
                  <a:pt x="0" y="0"/>
                </a:lnTo>
                <a:lnTo>
                  <a:pt x="5999627" y="0"/>
                </a:lnTo>
              </a:path>
            </a:pathLst>
          </a:custGeom>
          <a:noFill/>
          <a:ln w="164613" cap="flat">
            <a:solidFill>
              <a:srgbClr val="63B934">
                <a:alpha val="75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F4F48B-C994-70A8-42CF-6B5FBBE8C549}"/>
              </a:ext>
            </a:extLst>
          </p:cNvPr>
          <p:cNvSpPr/>
          <p:nvPr userDrawn="1"/>
        </p:nvSpPr>
        <p:spPr>
          <a:xfrm>
            <a:off x="45375" y="6400800"/>
            <a:ext cx="3142695" cy="3817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462205-EA02-2911-F485-000F6C6C3FC1}"/>
              </a:ext>
            </a:extLst>
          </p:cNvPr>
          <p:cNvSpPr/>
          <p:nvPr userDrawn="1"/>
        </p:nvSpPr>
        <p:spPr>
          <a:xfrm>
            <a:off x="11630024" y="6284878"/>
            <a:ext cx="381001" cy="497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DB0225-51F8-4800-9F9B-1FBE7E05CF90}"/>
              </a:ext>
            </a:extLst>
          </p:cNvPr>
          <p:cNvSpPr/>
          <p:nvPr userDrawn="1"/>
        </p:nvSpPr>
        <p:spPr>
          <a:xfrm>
            <a:off x="0" y="0"/>
            <a:ext cx="1412111" cy="13310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D83C15-EB10-FBCB-6DA8-A74AE6CDBBEF}"/>
              </a:ext>
            </a:extLst>
          </p:cNvPr>
          <p:cNvSpPr/>
          <p:nvPr userDrawn="1"/>
        </p:nvSpPr>
        <p:spPr>
          <a:xfrm>
            <a:off x="11496583" y="6283856"/>
            <a:ext cx="695417" cy="573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65B8DC-3C66-4ACB-51E9-3EE9679766C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" y="3602039"/>
            <a:ext cx="5469384" cy="531812"/>
          </a:xfrm>
        </p:spPr>
        <p:txBody>
          <a:bodyPr lIns="126000" anchor="ctr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IN" dirty="0"/>
              <a:t>Presentation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F03501-5D07-FDA1-E71B-9E56DB8E28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1627188"/>
            <a:ext cx="5469384" cy="1801812"/>
          </a:xfrm>
        </p:spPr>
        <p:txBody>
          <a:bodyPr anchor="b"/>
          <a:lstStyle>
            <a:lvl1pPr algn="l">
              <a:defRPr sz="6000">
                <a:solidFill>
                  <a:srgbClr val="63B934"/>
                </a:solidFill>
                <a:latin typeface="+mn-lt"/>
              </a:defRPr>
            </a:lvl1pPr>
          </a:lstStyle>
          <a:p>
            <a:r>
              <a:rPr lang="en-IN" dirty="0"/>
              <a:t>Presentation Title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6BD0105-2C5D-A2D7-4909-B991CE5F0A8F}"/>
              </a:ext>
            </a:extLst>
          </p:cNvPr>
          <p:cNvSpPr/>
          <p:nvPr userDrawn="1"/>
        </p:nvSpPr>
        <p:spPr>
          <a:xfrm>
            <a:off x="8545837" y="2976880"/>
            <a:ext cx="3260083" cy="3881120"/>
          </a:xfrm>
          <a:custGeom>
            <a:avLst/>
            <a:gdLst>
              <a:gd name="connsiteX0" fmla="*/ 0 w 4217767"/>
              <a:gd name="connsiteY0" fmla="*/ 0 h 4005650"/>
              <a:gd name="connsiteX1" fmla="*/ 4217768 w 4217767"/>
              <a:gd name="connsiteY1" fmla="*/ 0 h 4005650"/>
              <a:gd name="connsiteX2" fmla="*/ 4217768 w 4217767"/>
              <a:gd name="connsiteY2" fmla="*/ 4005651 h 4005650"/>
              <a:gd name="connsiteX3" fmla="*/ 0 w 4217767"/>
              <a:gd name="connsiteY3" fmla="*/ 4005651 h 400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7767" h="4005650">
                <a:moveTo>
                  <a:pt x="0" y="0"/>
                </a:moveTo>
                <a:lnTo>
                  <a:pt x="4217768" y="0"/>
                </a:lnTo>
                <a:lnTo>
                  <a:pt x="4217768" y="4005651"/>
                </a:lnTo>
                <a:lnTo>
                  <a:pt x="0" y="4005651"/>
                </a:lnTo>
                <a:close/>
              </a:path>
            </a:pathLst>
          </a:custGeom>
          <a:solidFill>
            <a:srgbClr val="63B934">
              <a:alpha val="95000"/>
            </a:srgbClr>
          </a:solidFill>
          <a:ln w="1371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C9DF17-7E44-6CED-C580-321E926A62A4}"/>
              </a:ext>
            </a:extLst>
          </p:cNvPr>
          <p:cNvSpPr/>
          <p:nvPr userDrawn="1"/>
        </p:nvSpPr>
        <p:spPr>
          <a:xfrm>
            <a:off x="10790528" y="264370"/>
            <a:ext cx="1283104" cy="13310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994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91BE6-69D1-52D2-0A5E-365D6DAA6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D9F72-3260-01D3-55BE-9E9A72B31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068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985C173-1487-DAE7-A6F7-CE2A7CD66A0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C7EDBDA-6058-AA08-8A55-4FF9FF8BDB30}"/>
              </a:ext>
            </a:extLst>
          </p:cNvPr>
          <p:cNvSpPr/>
          <p:nvPr userDrawn="1"/>
        </p:nvSpPr>
        <p:spPr>
          <a:xfrm>
            <a:off x="831850" y="1682749"/>
            <a:ext cx="10521950" cy="2906713"/>
          </a:xfrm>
          <a:custGeom>
            <a:avLst/>
            <a:gdLst>
              <a:gd name="connsiteX0" fmla="*/ 0 w 4217767"/>
              <a:gd name="connsiteY0" fmla="*/ 0 h 4005650"/>
              <a:gd name="connsiteX1" fmla="*/ 4217768 w 4217767"/>
              <a:gd name="connsiteY1" fmla="*/ 0 h 4005650"/>
              <a:gd name="connsiteX2" fmla="*/ 4217768 w 4217767"/>
              <a:gd name="connsiteY2" fmla="*/ 4005651 h 4005650"/>
              <a:gd name="connsiteX3" fmla="*/ 0 w 4217767"/>
              <a:gd name="connsiteY3" fmla="*/ 4005651 h 400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7767" h="4005650">
                <a:moveTo>
                  <a:pt x="0" y="0"/>
                </a:moveTo>
                <a:lnTo>
                  <a:pt x="4217768" y="0"/>
                </a:lnTo>
                <a:lnTo>
                  <a:pt x="4217768" y="4005651"/>
                </a:lnTo>
                <a:lnTo>
                  <a:pt x="0" y="4005651"/>
                </a:lnTo>
                <a:close/>
              </a:path>
            </a:pathLst>
          </a:custGeom>
          <a:gradFill flip="none" rotWithShape="1">
            <a:gsLst>
              <a:gs pos="0">
                <a:srgbClr val="63B934"/>
              </a:gs>
              <a:gs pos="100000">
                <a:srgbClr val="00B050"/>
              </a:gs>
            </a:gsLst>
            <a:lin ang="8100000" scaled="1"/>
            <a:tileRect/>
          </a:gradFill>
          <a:ln w="1371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BBDFD-DAA2-E3E0-9FF1-05BF293F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15843-032F-35CB-5C43-476CE675A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E90837-36F1-9613-FAAB-EC2C61B582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9582" y="248776"/>
            <a:ext cx="953996" cy="360000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75A9C1-03AB-B350-6202-7F0F121D5FA9}"/>
              </a:ext>
            </a:extLst>
          </p:cNvPr>
          <p:cNvSpPr/>
          <p:nvPr userDrawn="1"/>
        </p:nvSpPr>
        <p:spPr>
          <a:xfrm>
            <a:off x="535927" y="1408609"/>
            <a:ext cx="3564000" cy="2592000"/>
          </a:xfrm>
          <a:custGeom>
            <a:avLst/>
            <a:gdLst>
              <a:gd name="connsiteX0" fmla="*/ 0 w 5999626"/>
              <a:gd name="connsiteY0" fmla="*/ 4637884 h 4637883"/>
              <a:gd name="connsiteX1" fmla="*/ 0 w 5999626"/>
              <a:gd name="connsiteY1" fmla="*/ 0 h 4637883"/>
              <a:gd name="connsiteX2" fmla="*/ 5999627 w 5999626"/>
              <a:gd name="connsiteY2" fmla="*/ 0 h 463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99626" h="4637883">
                <a:moveTo>
                  <a:pt x="0" y="4637884"/>
                </a:moveTo>
                <a:lnTo>
                  <a:pt x="0" y="0"/>
                </a:lnTo>
                <a:lnTo>
                  <a:pt x="5999627" y="0"/>
                </a:lnTo>
              </a:path>
            </a:pathLst>
          </a:custGeom>
          <a:noFill/>
          <a:ln w="164613" cap="flat">
            <a:solidFill>
              <a:srgbClr val="63B934">
                <a:alpha val="75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900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D1F37-3914-1CE0-70F7-4179CFFFB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37F35-5167-ECB6-F558-4F72D4EE0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9007" y="875713"/>
            <a:ext cx="5181600" cy="54984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2FFD84-3895-9268-7411-50E87B6772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33007" y="875713"/>
            <a:ext cx="5181600" cy="54984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089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F3D20-7085-06DF-C148-2F398B36B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294" y="882171"/>
            <a:ext cx="489707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8ADE67-40EC-3972-D2A5-2012F20F3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4294" y="1706083"/>
            <a:ext cx="4897071" cy="45171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C49776-380A-5DCD-D882-E680AB11F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36706" y="882171"/>
            <a:ext cx="4921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B1F9B8-3FF3-D1D4-02A9-943AD016A7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36706" y="1706083"/>
            <a:ext cx="4921188" cy="45171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C382E1B-453B-A8B8-3A03-57870CB7F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842" y="78971"/>
            <a:ext cx="10360628" cy="6476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626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50189-0276-B342-FC77-EB4C35003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794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9667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C69F1-E9E6-ABAA-EAAE-25C9B0C5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94" y="875773"/>
            <a:ext cx="3932237" cy="119626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B0549-779A-2FC3-2AFC-AE475719E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5116" y="875773"/>
            <a:ext cx="6172200" cy="54570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ED2F0-E7EC-2064-E865-73007475B7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0594" y="2072038"/>
            <a:ext cx="3932237" cy="426079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E197EE-72DD-26E4-A9E6-D889223823EF}"/>
              </a:ext>
            </a:extLst>
          </p:cNvPr>
          <p:cNvSpPr txBox="1">
            <a:spLocks/>
          </p:cNvSpPr>
          <p:nvPr userDrawn="1"/>
        </p:nvSpPr>
        <p:spPr>
          <a:xfrm>
            <a:off x="646842" y="78971"/>
            <a:ext cx="10360628" cy="6476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455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3B1E3-0704-F74A-9E14-F7AE5573E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95" y="874772"/>
            <a:ext cx="3932237" cy="117851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FFECED-4F42-F32B-CE32-EA18A93337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43995" y="867899"/>
            <a:ext cx="6172200" cy="54435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99843-F378-1885-C750-EFEC30BDB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0595" y="2053283"/>
            <a:ext cx="3932237" cy="425813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91277FB-F1AE-9DB0-D4BE-38F159FA0F0D}"/>
              </a:ext>
            </a:extLst>
          </p:cNvPr>
          <p:cNvSpPr txBox="1">
            <a:spLocks/>
          </p:cNvSpPr>
          <p:nvPr userDrawn="1"/>
        </p:nvSpPr>
        <p:spPr>
          <a:xfrm>
            <a:off x="646842" y="78971"/>
            <a:ext cx="10360628" cy="6476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420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39830-2781-A21E-EC58-4CEA2947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6D0E-B415-C7AB-E5A8-659E15E6C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683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EF3665-BA50-D161-03C1-EABE8516B2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85707" y="880029"/>
            <a:ext cx="2221267" cy="55207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55A1C5-3BC1-EE10-9573-803146F49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99007" y="880029"/>
            <a:ext cx="7734300" cy="55207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FDD2CA-9880-0C13-0A0D-C3BCFB2CBE86}"/>
              </a:ext>
            </a:extLst>
          </p:cNvPr>
          <p:cNvSpPr txBox="1">
            <a:spLocks/>
          </p:cNvSpPr>
          <p:nvPr userDrawn="1"/>
        </p:nvSpPr>
        <p:spPr>
          <a:xfrm>
            <a:off x="646842" y="78971"/>
            <a:ext cx="10360628" cy="6476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53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B865BB-FC3C-0CDB-9ED5-D371D1BFAB9E}"/>
              </a:ext>
            </a:extLst>
          </p:cNvPr>
          <p:cNvSpPr/>
          <p:nvPr userDrawn="1"/>
        </p:nvSpPr>
        <p:spPr>
          <a:xfrm>
            <a:off x="11496580" y="6423957"/>
            <a:ext cx="529462" cy="428248"/>
          </a:xfrm>
          <a:custGeom>
            <a:avLst/>
            <a:gdLst>
              <a:gd name="connsiteX0" fmla="*/ 0 w 4217767"/>
              <a:gd name="connsiteY0" fmla="*/ 0 h 4005650"/>
              <a:gd name="connsiteX1" fmla="*/ 4217768 w 4217767"/>
              <a:gd name="connsiteY1" fmla="*/ 0 h 4005650"/>
              <a:gd name="connsiteX2" fmla="*/ 4217768 w 4217767"/>
              <a:gd name="connsiteY2" fmla="*/ 4005651 h 4005650"/>
              <a:gd name="connsiteX3" fmla="*/ 0 w 4217767"/>
              <a:gd name="connsiteY3" fmla="*/ 4005651 h 400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7767" h="4005650">
                <a:moveTo>
                  <a:pt x="0" y="0"/>
                </a:moveTo>
                <a:lnTo>
                  <a:pt x="4217768" y="0"/>
                </a:lnTo>
                <a:lnTo>
                  <a:pt x="4217768" y="4005651"/>
                </a:lnTo>
                <a:lnTo>
                  <a:pt x="0" y="4005651"/>
                </a:lnTo>
                <a:close/>
              </a:path>
            </a:pathLst>
          </a:custGeom>
          <a:gradFill flip="none" rotWithShape="1">
            <a:gsLst>
              <a:gs pos="0">
                <a:srgbClr val="63B934"/>
              </a:gs>
              <a:gs pos="100000">
                <a:srgbClr val="00B050"/>
              </a:gs>
            </a:gsLst>
            <a:lin ang="8100000" scaled="1"/>
            <a:tileRect/>
          </a:gradFill>
          <a:ln w="1371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DD69B8-5DE5-F5BF-09B5-1BB00F4E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842" y="78971"/>
            <a:ext cx="10360628" cy="6476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8A38A-7D9E-C6E0-7D38-C6D72E743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552" y="874421"/>
            <a:ext cx="11782896" cy="5302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00A16C3-F180-A483-0815-F6CC96939378}"/>
              </a:ext>
            </a:extLst>
          </p:cNvPr>
          <p:cNvSpPr/>
          <p:nvPr userDrawn="1"/>
        </p:nvSpPr>
        <p:spPr>
          <a:xfrm>
            <a:off x="80992" y="84051"/>
            <a:ext cx="442290" cy="647673"/>
          </a:xfrm>
          <a:custGeom>
            <a:avLst/>
            <a:gdLst>
              <a:gd name="connsiteX0" fmla="*/ 0 w 5999626"/>
              <a:gd name="connsiteY0" fmla="*/ 4637884 h 4637883"/>
              <a:gd name="connsiteX1" fmla="*/ 0 w 5999626"/>
              <a:gd name="connsiteY1" fmla="*/ 0 h 4637883"/>
              <a:gd name="connsiteX2" fmla="*/ 5999627 w 5999626"/>
              <a:gd name="connsiteY2" fmla="*/ 0 h 463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99626" h="4637883">
                <a:moveTo>
                  <a:pt x="0" y="4637884"/>
                </a:moveTo>
                <a:lnTo>
                  <a:pt x="0" y="0"/>
                </a:lnTo>
                <a:lnTo>
                  <a:pt x="5999627" y="0"/>
                </a:lnTo>
              </a:path>
            </a:pathLst>
          </a:custGeom>
          <a:noFill/>
          <a:ln w="164613" cap="flat">
            <a:gradFill>
              <a:gsLst>
                <a:gs pos="0">
                  <a:srgbClr val="63B934"/>
                </a:gs>
                <a:gs pos="100000">
                  <a:srgbClr val="00B050"/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C0B06FC-D4D7-AD35-A664-230E305890C8}"/>
              </a:ext>
            </a:extLst>
          </p:cNvPr>
          <p:cNvSpPr/>
          <p:nvPr userDrawn="1"/>
        </p:nvSpPr>
        <p:spPr>
          <a:xfrm>
            <a:off x="204552" y="209847"/>
            <a:ext cx="315602" cy="521877"/>
          </a:xfrm>
          <a:custGeom>
            <a:avLst/>
            <a:gdLst>
              <a:gd name="connsiteX0" fmla="*/ 0 w 4217767"/>
              <a:gd name="connsiteY0" fmla="*/ 0 h 4005650"/>
              <a:gd name="connsiteX1" fmla="*/ 4217768 w 4217767"/>
              <a:gd name="connsiteY1" fmla="*/ 0 h 4005650"/>
              <a:gd name="connsiteX2" fmla="*/ 4217768 w 4217767"/>
              <a:gd name="connsiteY2" fmla="*/ 4005651 h 4005650"/>
              <a:gd name="connsiteX3" fmla="*/ 0 w 4217767"/>
              <a:gd name="connsiteY3" fmla="*/ 4005651 h 400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7767" h="4005650">
                <a:moveTo>
                  <a:pt x="0" y="0"/>
                </a:moveTo>
                <a:lnTo>
                  <a:pt x="4217768" y="0"/>
                </a:lnTo>
                <a:lnTo>
                  <a:pt x="4217768" y="4005651"/>
                </a:lnTo>
                <a:lnTo>
                  <a:pt x="0" y="4005651"/>
                </a:lnTo>
                <a:close/>
              </a:path>
            </a:pathLst>
          </a:custGeom>
          <a:gradFill flip="none" rotWithShape="1">
            <a:gsLst>
              <a:gs pos="0">
                <a:srgbClr val="63B934"/>
              </a:gs>
              <a:gs pos="100000">
                <a:srgbClr val="00B050"/>
              </a:gs>
            </a:gsLst>
            <a:lin ang="8100000" scaled="1"/>
            <a:tileRect/>
          </a:gradFill>
          <a:ln w="1371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13D60C41-E9F0-9C68-2C8E-421A10DC536E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95801" y="6474142"/>
            <a:ext cx="2913891" cy="33152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0805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080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805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0" hangingPunct="0">
              <a:defRPr/>
            </a:pPr>
            <a:r>
              <a:rPr lang="en-US" altLang="en-US" sz="1200" dirty="0">
                <a:solidFill>
                  <a:schemeClr val="tx1"/>
                </a:solidFill>
                <a:latin typeface="+mn-lt"/>
                <a:ea typeface="Calibri" pitchFamily="34" charset="0"/>
                <a:cs typeface="Calibri" pitchFamily="34" charset="0"/>
              </a:rPr>
              <a:t>© 2023 Aithent Inc.  All Rights Reserved.</a:t>
            </a:r>
            <a:endParaRPr lang="en-US" altLang="en-US" sz="1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8E6B1F8E-43ED-2CFF-ED23-C58FD8B02FA0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1532092" y="6438630"/>
            <a:ext cx="422803" cy="379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0805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080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805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0" hangingPunct="0">
              <a:defRPr/>
            </a:pPr>
            <a:r>
              <a:rPr lang="en-IN" sz="1300" dirty="0">
                <a:solidFill>
                  <a:schemeClr val="tx1"/>
                </a:solidFill>
                <a:latin typeface="+mn-lt"/>
              </a:rPr>
              <a:t> </a:t>
            </a:r>
            <a:fld id="{90B17A53-B51B-4487-867F-1C83F1AD35A1}" type="slidenum">
              <a:rPr lang="en-US" altLang="en-US" sz="1200" smtClean="0">
                <a:solidFill>
                  <a:schemeClr val="bg1"/>
                </a:solidFill>
                <a:latin typeface="+mn-lt"/>
              </a:rPr>
              <a:pPr algn="ctr" eaLnBrk="0" hangingPunct="0">
                <a:defRPr/>
              </a:pPr>
              <a:t>‹#›</a:t>
            </a:fld>
            <a:endParaRPr lang="en-US" altLang="en-US" sz="13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9F104A-E04E-73F8-E2FE-06D469D57CE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9582" y="231828"/>
            <a:ext cx="95399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474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" panose="05000000000000000000" pitchFamily="2" charset="2"/>
        <a:buChar char="§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90000"/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" panose="05000000000000000000" pitchFamily="2" charset="2"/>
        <a:buChar char="§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90000"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B8D420B-33C9-C209-157A-29FF850A53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836" y="3602039"/>
            <a:ext cx="5469384" cy="531812"/>
          </a:xfrm>
        </p:spPr>
        <p:txBody>
          <a:bodyPr/>
          <a:lstStyle/>
          <a:p>
            <a:r>
              <a:rPr lang="en-IN" dirty="0"/>
              <a:t>Presentation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15CDBE-2DCE-36D8-5CCA-2D56580C8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973" y="1627188"/>
            <a:ext cx="5469384" cy="1801812"/>
          </a:xfrm>
        </p:spPr>
        <p:txBody>
          <a:bodyPr/>
          <a:lstStyle/>
          <a:p>
            <a:r>
              <a:rPr lang="en-IN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0A10F6-D00D-D9BA-029E-6957DCA46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09" y="233810"/>
            <a:ext cx="2861996" cy="10800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E47CE458-F119-5963-FE97-1B199AFA3D19}"/>
              </a:ext>
            </a:extLst>
          </p:cNvPr>
          <p:cNvSpPr txBox="1">
            <a:spLocks/>
          </p:cNvSpPr>
          <p:nvPr/>
        </p:nvSpPr>
        <p:spPr>
          <a:xfrm>
            <a:off x="524649" y="5610256"/>
            <a:ext cx="4965023" cy="83280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Presented by: </a:t>
            </a:r>
          </a:p>
          <a:p>
            <a:r>
              <a:rPr lang="en-US" sz="1600" dirty="0"/>
              <a:t>Date: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939079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37C0E-D12F-6C12-8966-176F74334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01BAA-9767-A1D8-6E42-BEA13A1B2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Nulla</a:t>
            </a:r>
            <a:r>
              <a:rPr lang="en-IN" dirty="0"/>
              <a:t> </a:t>
            </a:r>
            <a:r>
              <a:rPr lang="en-IN" dirty="0" err="1"/>
              <a:t>placerat</a:t>
            </a:r>
            <a:r>
              <a:rPr lang="en-IN" dirty="0"/>
              <a:t> </a:t>
            </a:r>
            <a:r>
              <a:rPr lang="en-IN" dirty="0" err="1"/>
              <a:t>vehicula</a:t>
            </a:r>
            <a:r>
              <a:rPr lang="en-IN" dirty="0"/>
              <a:t> libero</a:t>
            </a:r>
          </a:p>
          <a:p>
            <a:r>
              <a:rPr lang="en-IN" dirty="0" err="1"/>
              <a:t>Varius</a:t>
            </a:r>
            <a:r>
              <a:rPr lang="en-IN" dirty="0"/>
              <a:t> </a:t>
            </a:r>
            <a:r>
              <a:rPr lang="en-IN" dirty="0" err="1"/>
              <a:t>viverra</a:t>
            </a:r>
            <a:r>
              <a:rPr lang="en-IN" dirty="0"/>
              <a:t> </a:t>
            </a:r>
            <a:r>
              <a:rPr lang="en-IN" dirty="0" err="1"/>
              <a:t>erat</a:t>
            </a:r>
            <a:endParaRPr lang="en-IN" dirty="0"/>
          </a:p>
          <a:p>
            <a:pPr lvl="1"/>
            <a:r>
              <a:rPr lang="en-IN" dirty="0" err="1"/>
              <a:t>Pellentesque</a:t>
            </a:r>
            <a:r>
              <a:rPr lang="en-IN" dirty="0"/>
              <a:t> </a:t>
            </a:r>
            <a:r>
              <a:rPr lang="en-IN" dirty="0" err="1"/>
              <a:t>vehicula</a:t>
            </a:r>
            <a:r>
              <a:rPr lang="en-IN" dirty="0"/>
              <a:t>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felis</a:t>
            </a:r>
            <a:r>
              <a:rPr lang="en-IN" dirty="0"/>
              <a:t>, </a:t>
            </a:r>
            <a:r>
              <a:rPr lang="en-IN" dirty="0" err="1"/>
              <a:t>quis</a:t>
            </a:r>
            <a:r>
              <a:rPr lang="en-IN" dirty="0"/>
              <a:t> </a:t>
            </a:r>
            <a:r>
              <a:rPr lang="en-IN" dirty="0" err="1"/>
              <a:t>imperdiet</a:t>
            </a:r>
            <a:r>
              <a:rPr lang="en-IN" dirty="0"/>
              <a:t> </a:t>
            </a:r>
            <a:r>
              <a:rPr lang="en-IN" dirty="0" err="1"/>
              <a:t>elit</a:t>
            </a:r>
            <a:r>
              <a:rPr lang="en-IN" dirty="0"/>
              <a:t> </a:t>
            </a:r>
            <a:r>
              <a:rPr lang="en-IN" dirty="0" err="1"/>
              <a:t>rhoncus</a:t>
            </a:r>
            <a:r>
              <a:rPr lang="en-IN" dirty="0"/>
              <a:t> ne</a:t>
            </a:r>
          </a:p>
          <a:p>
            <a:pPr lvl="2"/>
            <a:r>
              <a:rPr lang="en-IN" dirty="0"/>
              <a:t>Duis </a:t>
            </a:r>
            <a:r>
              <a:rPr lang="en-IN" dirty="0" err="1"/>
              <a:t>neque</a:t>
            </a:r>
            <a:r>
              <a:rPr lang="en-IN" dirty="0"/>
              <a:t> ante, </a:t>
            </a:r>
            <a:r>
              <a:rPr lang="en-IN" dirty="0" err="1"/>
              <a:t>luctus</a:t>
            </a:r>
            <a:r>
              <a:rPr lang="en-IN" dirty="0"/>
              <a:t> </a:t>
            </a:r>
            <a:r>
              <a:rPr lang="en-IN" dirty="0" err="1"/>
              <a:t>vel</a:t>
            </a:r>
            <a:r>
              <a:rPr lang="en-IN" dirty="0"/>
              <a:t> </a:t>
            </a:r>
            <a:r>
              <a:rPr lang="en-IN" dirty="0" err="1"/>
              <a:t>purus</a:t>
            </a:r>
            <a:r>
              <a:rPr lang="en-IN" dirty="0"/>
              <a:t> vitae, </a:t>
            </a:r>
            <a:r>
              <a:rPr lang="en-IN" dirty="0" err="1"/>
              <a:t>consectetur</a:t>
            </a:r>
            <a:r>
              <a:rPr lang="en-IN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3142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41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Wingdings</vt:lpstr>
      <vt:lpstr>Office Theme</vt:lpstr>
      <vt:lpstr>Presentation Title</vt:lpstr>
      <vt:lpstr>Lorem ipsum dolor sit amet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Shivakumar M.</dc:creator>
  <cp:lastModifiedBy>Shivakumar M.</cp:lastModifiedBy>
  <cp:revision>25</cp:revision>
  <dcterms:created xsi:type="dcterms:W3CDTF">2022-12-23T14:14:28Z</dcterms:created>
  <dcterms:modified xsi:type="dcterms:W3CDTF">2022-12-30T09:12:37Z</dcterms:modified>
</cp:coreProperties>
</file>