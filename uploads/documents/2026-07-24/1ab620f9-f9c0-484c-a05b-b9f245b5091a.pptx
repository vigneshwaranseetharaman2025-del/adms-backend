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579BB1"/>
    <a:srgbClr val="8D9EFF"/>
    <a:srgbClr val="8D72E1"/>
    <a:srgbClr val="6C4AB6"/>
    <a:srgbClr val="B9E0FF"/>
    <a:srgbClr val="7E36B4"/>
    <a:srgbClr val="622A8C"/>
    <a:srgbClr val="9148C8"/>
    <a:srgbClr val="5524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5D5C4A0-4FEB-7786-7DBC-AB6D168A7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617" y="0"/>
            <a:ext cx="3911600" cy="58547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F13DF8-BC51-062E-3CF9-EBB605A60ACA}"/>
              </a:ext>
            </a:extLst>
          </p:cNvPr>
          <p:cNvSpPr/>
          <p:nvPr userDrawn="1"/>
        </p:nvSpPr>
        <p:spPr>
          <a:xfrm>
            <a:off x="8117576" y="2583402"/>
            <a:ext cx="4068000" cy="4273576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solidFill>
              <a:srgbClr val="9148C8">
                <a:alpha val="75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4F48B-C994-70A8-42CF-6B5FBBE8C549}"/>
              </a:ext>
            </a:extLst>
          </p:cNvPr>
          <p:cNvSpPr/>
          <p:nvPr userDrawn="1"/>
        </p:nvSpPr>
        <p:spPr>
          <a:xfrm>
            <a:off x="45375" y="6400800"/>
            <a:ext cx="6151239" cy="381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462205-EA02-2911-F485-000F6C6C3FC1}"/>
              </a:ext>
            </a:extLst>
          </p:cNvPr>
          <p:cNvSpPr/>
          <p:nvPr userDrawn="1"/>
        </p:nvSpPr>
        <p:spPr>
          <a:xfrm>
            <a:off x="11630024" y="6284878"/>
            <a:ext cx="381001" cy="497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DB0225-51F8-4800-9F9B-1FBE7E05CF90}"/>
              </a:ext>
            </a:extLst>
          </p:cNvPr>
          <p:cNvSpPr/>
          <p:nvPr userDrawn="1"/>
        </p:nvSpPr>
        <p:spPr>
          <a:xfrm>
            <a:off x="0" y="0"/>
            <a:ext cx="1412111" cy="1331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83C15-EB10-FBCB-6DA8-A74AE6CDBBEF}"/>
              </a:ext>
            </a:extLst>
          </p:cNvPr>
          <p:cNvSpPr/>
          <p:nvPr userDrawn="1"/>
        </p:nvSpPr>
        <p:spPr>
          <a:xfrm>
            <a:off x="11496583" y="6283856"/>
            <a:ext cx="695417" cy="57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5B8DC-3C66-4ACB-51E9-3EE9679766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602039"/>
            <a:ext cx="5469384" cy="531812"/>
          </a:xfrm>
        </p:spPr>
        <p:txBody>
          <a:bodyPr lIns="126000"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IN" dirty="0"/>
              <a:t>Presentation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03501-5D07-FDA1-E71B-9E56DB8E28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627188"/>
            <a:ext cx="5469384" cy="1801812"/>
          </a:xfrm>
        </p:spPr>
        <p:txBody>
          <a:bodyPr anchor="b"/>
          <a:lstStyle>
            <a:lvl1pPr algn="l">
              <a:defRPr sz="6000">
                <a:solidFill>
                  <a:srgbClr val="7030A0"/>
                </a:solidFill>
                <a:latin typeface="+mn-lt"/>
              </a:defRPr>
            </a:lvl1pPr>
          </a:lstStyle>
          <a:p>
            <a:r>
              <a:rPr lang="en-IN" dirty="0"/>
              <a:t>Presentation 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BD0105-2C5D-A2D7-4909-B991CE5F0A8F}"/>
              </a:ext>
            </a:extLst>
          </p:cNvPr>
          <p:cNvSpPr/>
          <p:nvPr userDrawn="1"/>
        </p:nvSpPr>
        <p:spPr>
          <a:xfrm>
            <a:off x="8545837" y="2976880"/>
            <a:ext cx="3260083" cy="3881120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solidFill>
            <a:srgbClr val="7030A0">
              <a:alpha val="95000"/>
            </a:srgbClr>
          </a:soli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94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1BE6-69D1-52D2-0A5E-365D6DAA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D9F72-3260-01D3-55BE-9E9A72B31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06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985C173-1487-DAE7-A6F7-CE2A7CD66A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C7EDBDA-6058-AA08-8A55-4FF9FF8BDB30}"/>
              </a:ext>
            </a:extLst>
          </p:cNvPr>
          <p:cNvSpPr/>
          <p:nvPr userDrawn="1"/>
        </p:nvSpPr>
        <p:spPr>
          <a:xfrm>
            <a:off x="831850" y="1682749"/>
            <a:ext cx="10521950" cy="2906713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 flip="none" rotWithShape="1">
            <a:gsLst>
              <a:gs pos="0">
                <a:srgbClr val="7030A0"/>
              </a:gs>
              <a:gs pos="100000">
                <a:srgbClr val="9148C8"/>
              </a:gs>
            </a:gsLst>
            <a:lin ang="8100000" scaled="1"/>
            <a:tileRect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BBDFD-DAA2-E3E0-9FF1-05BF293F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15843-032F-35CB-5C43-476CE675A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75A9C1-03AB-B350-6202-7F0F121D5FA9}"/>
              </a:ext>
            </a:extLst>
          </p:cNvPr>
          <p:cNvSpPr/>
          <p:nvPr userDrawn="1"/>
        </p:nvSpPr>
        <p:spPr>
          <a:xfrm>
            <a:off x="535927" y="1408609"/>
            <a:ext cx="3564000" cy="2592000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solidFill>
              <a:srgbClr val="9148C8">
                <a:alpha val="75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90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1F37-3914-1CE0-70F7-4179CFFF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37F35-5167-ECB6-F558-4F72D4EE0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757" y="880745"/>
            <a:ext cx="5181600" cy="5484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FFD84-3895-9268-7411-50E87B677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0757" y="880744"/>
            <a:ext cx="5181600" cy="54845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8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F3D20-7085-06DF-C148-2F398B36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248" y="88495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ADE67-40EC-3972-D2A5-2012F20F3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2248" y="1708866"/>
            <a:ext cx="5157787" cy="467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49776-380A-5DCD-D882-E680AB11F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4660" y="88495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1F9B8-3FF3-D1D4-02A9-943AD016A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4660" y="1708867"/>
            <a:ext cx="5183188" cy="467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BC9437-E738-9132-F577-43C17D7D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2" y="78971"/>
            <a:ext cx="10600278" cy="6476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62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0189-0276-B342-FC77-EB4C3500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9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6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69F1-E9E6-ABAA-EAAE-25C9B0C5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88" y="8858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0549-779A-2FC3-2AFC-AE475719E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885825"/>
            <a:ext cx="6172200" cy="54705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ED2F0-E7EC-2064-E865-73007475B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4788" y="1955800"/>
            <a:ext cx="3932237" cy="44006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295B87-7426-0519-AF54-72250031C519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60027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45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B1E3-0704-F74A-9E14-F7AE5573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72" y="874772"/>
            <a:ext cx="3932237" cy="11696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FECED-4F42-F32B-CE32-EA18A9333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72973" y="874772"/>
            <a:ext cx="6172200" cy="54727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99843-F378-1885-C750-EFEC30BDB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9472" y="2044406"/>
            <a:ext cx="3932237" cy="43031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A7B58A0-2C95-BEB9-45B7-B5FD5CCD182E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60027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2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9830-2781-A21E-EC58-4CEA294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6D0E-B415-C7AB-E5A8-659E15E6C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8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F3665-BA50-D161-03C1-EABE8516B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90536" y="893161"/>
            <a:ext cx="2628900" cy="53069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5A1C5-3BC1-EE10-9573-803146F49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3836" y="893161"/>
            <a:ext cx="7734300" cy="530695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E1CC1D-6478-F8F4-E740-FD68E820BA72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60027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3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B865BB-FC3C-0CDB-9ED5-D371D1BFAB9E}"/>
              </a:ext>
            </a:extLst>
          </p:cNvPr>
          <p:cNvSpPr/>
          <p:nvPr userDrawn="1"/>
        </p:nvSpPr>
        <p:spPr>
          <a:xfrm>
            <a:off x="11496580" y="6423957"/>
            <a:ext cx="529462" cy="428248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solidFill>
            <a:srgbClr val="7030A0"/>
          </a:soli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DD69B8-5DE5-F5BF-09B5-1BB00F4E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2" y="78971"/>
            <a:ext cx="1060027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8A38A-7D9E-C6E0-7D38-C6D72E743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552" y="874421"/>
            <a:ext cx="11782896" cy="5302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0A16C3-F180-A483-0815-F6CC96939378}"/>
              </a:ext>
            </a:extLst>
          </p:cNvPr>
          <p:cNvSpPr/>
          <p:nvPr userDrawn="1"/>
        </p:nvSpPr>
        <p:spPr>
          <a:xfrm>
            <a:off x="80992" y="84051"/>
            <a:ext cx="442290" cy="647673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gradFill>
              <a:gsLst>
                <a:gs pos="0">
                  <a:srgbClr val="7030A0"/>
                </a:gs>
                <a:gs pos="100000">
                  <a:srgbClr val="9148C8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C0B06FC-D4D7-AD35-A664-230E305890C8}"/>
              </a:ext>
            </a:extLst>
          </p:cNvPr>
          <p:cNvSpPr/>
          <p:nvPr userDrawn="1"/>
        </p:nvSpPr>
        <p:spPr>
          <a:xfrm>
            <a:off x="208362" y="207061"/>
            <a:ext cx="315602" cy="524459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>
            <a:gsLst>
              <a:gs pos="0">
                <a:srgbClr val="7030A0"/>
              </a:gs>
              <a:gs pos="100000">
                <a:srgbClr val="9148C8"/>
              </a:gs>
            </a:gsLst>
            <a:lin ang="8100000" scaled="1"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3D60C41-E9F0-9C68-2C8E-421A10DC536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95801" y="6474142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b="0" dirty="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</a:rPr>
              <a:t>© 2023 Aithent Inc.  All Rights Reserved.</a:t>
            </a:r>
            <a:endParaRPr lang="en-US" altLang="en-US" sz="12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E6B1F8E-43ED-2CFF-ED23-C58FD8B02FA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532092" y="6438630"/>
            <a:ext cx="422803" cy="379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r>
              <a:rPr lang="en-IN" sz="1300" dirty="0">
                <a:solidFill>
                  <a:schemeClr val="tx1"/>
                </a:solidFill>
                <a:latin typeface="+mn-lt"/>
              </a:rPr>
              <a:t> </a:t>
            </a:r>
            <a:fld id="{90B17A53-B51B-4487-867F-1C83F1AD35A1}" type="slidenum">
              <a:rPr lang="en-US" altLang="en-US" sz="1200" smtClean="0">
                <a:solidFill>
                  <a:schemeClr val="bg1"/>
                </a:solidFill>
                <a:latin typeface="+mn-lt"/>
              </a:rPr>
              <a:pPr algn="ct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80B752-A858-8A46-600F-8436249E8E4A}"/>
              </a:ext>
            </a:extLst>
          </p:cNvPr>
          <p:cNvSpPr txBox="1"/>
          <p:nvPr userDrawn="1"/>
        </p:nvSpPr>
        <p:spPr>
          <a:xfrm>
            <a:off x="11181465" y="218141"/>
            <a:ext cx="91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447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B8D420B-33C9-C209-157A-29FF850A5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36" y="3602039"/>
            <a:ext cx="5469384" cy="531812"/>
          </a:xfrm>
        </p:spPr>
        <p:txBody>
          <a:bodyPr/>
          <a:lstStyle/>
          <a:p>
            <a:r>
              <a:rPr lang="en-IN" dirty="0"/>
              <a:t>Presentation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15CDBE-2DCE-36D8-5CCA-2D56580C8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973" y="1627188"/>
            <a:ext cx="5469384" cy="1801812"/>
          </a:xfrm>
        </p:spPr>
        <p:txBody>
          <a:bodyPr/>
          <a:lstStyle/>
          <a:p>
            <a:r>
              <a:rPr lang="en-IN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A10F6-D00D-D9BA-029E-6957DCA46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09" y="233810"/>
            <a:ext cx="2861996" cy="108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47CE458-F119-5963-FE97-1B199AFA3D19}"/>
              </a:ext>
            </a:extLst>
          </p:cNvPr>
          <p:cNvSpPr txBox="1">
            <a:spLocks/>
          </p:cNvSpPr>
          <p:nvPr/>
        </p:nvSpPr>
        <p:spPr>
          <a:xfrm>
            <a:off x="524649" y="5610256"/>
            <a:ext cx="4965023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Presented by: </a:t>
            </a:r>
          </a:p>
          <a:p>
            <a:r>
              <a:rPr lang="en-US" sz="1600" dirty="0"/>
              <a:t>Date: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3907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7C0E-D12F-6C12-8966-176F7433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Lorem ipsum </a:t>
            </a:r>
            <a:r>
              <a:rPr lang="en-IN" dirty="0" err="1"/>
              <a:t>dolor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01BAA-9767-A1D8-6E42-BEA13A1B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Nulla</a:t>
            </a:r>
            <a:r>
              <a:rPr lang="en-IN" dirty="0"/>
              <a:t> </a:t>
            </a:r>
            <a:r>
              <a:rPr lang="en-IN" dirty="0" err="1"/>
              <a:t>placerat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libero</a:t>
            </a:r>
          </a:p>
          <a:p>
            <a:r>
              <a:rPr lang="en-IN" dirty="0" err="1"/>
              <a:t>Varius</a:t>
            </a:r>
            <a:r>
              <a:rPr lang="en-IN" dirty="0"/>
              <a:t> </a:t>
            </a:r>
            <a:r>
              <a:rPr lang="en-IN" dirty="0" err="1"/>
              <a:t>viverra</a:t>
            </a:r>
            <a:r>
              <a:rPr lang="en-IN" dirty="0"/>
              <a:t> </a:t>
            </a:r>
            <a:r>
              <a:rPr lang="en-IN" dirty="0" err="1"/>
              <a:t>erat</a:t>
            </a:r>
            <a:endParaRPr lang="en-IN" dirty="0"/>
          </a:p>
          <a:p>
            <a:pPr lvl="1"/>
            <a:r>
              <a:rPr lang="en-IN" dirty="0" err="1"/>
              <a:t>Pellentesque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felis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  <a:r>
              <a:rPr lang="en-IN" dirty="0" err="1"/>
              <a:t>imperdiet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 </a:t>
            </a:r>
            <a:r>
              <a:rPr lang="en-IN" dirty="0" err="1"/>
              <a:t>rhoncus</a:t>
            </a:r>
            <a:r>
              <a:rPr lang="en-IN" dirty="0"/>
              <a:t> ne</a:t>
            </a:r>
          </a:p>
          <a:p>
            <a:pPr lvl="2"/>
            <a:r>
              <a:rPr lang="en-IN" dirty="0"/>
              <a:t>Duis </a:t>
            </a:r>
            <a:r>
              <a:rPr lang="en-IN" dirty="0" err="1"/>
              <a:t>neque</a:t>
            </a:r>
            <a:r>
              <a:rPr lang="en-IN" dirty="0"/>
              <a:t> ante, </a:t>
            </a:r>
            <a:r>
              <a:rPr lang="en-IN" dirty="0" err="1"/>
              <a:t>luctus</a:t>
            </a:r>
            <a:r>
              <a:rPr lang="en-IN" dirty="0"/>
              <a:t> </a:t>
            </a:r>
            <a:r>
              <a:rPr lang="en-IN" dirty="0" err="1"/>
              <a:t>vel</a:t>
            </a:r>
            <a:r>
              <a:rPr lang="en-IN" dirty="0"/>
              <a:t> </a:t>
            </a:r>
            <a:r>
              <a:rPr lang="en-IN" dirty="0" err="1"/>
              <a:t>purus</a:t>
            </a:r>
            <a:r>
              <a:rPr lang="en-IN" dirty="0"/>
              <a:t> vitae, </a:t>
            </a:r>
            <a:r>
              <a:rPr lang="en-IN" dirty="0" err="1"/>
              <a:t>consectetur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142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44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Wingdings</vt:lpstr>
      <vt:lpstr>Office Theme</vt:lpstr>
      <vt:lpstr>Presentation Title</vt:lpstr>
      <vt:lpstr>Lorem ipsum dolor sit amet Lorem ipsum dolor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Shivakumar M.</dc:creator>
  <cp:lastModifiedBy>Shivakumar M.</cp:lastModifiedBy>
  <cp:revision>25</cp:revision>
  <dcterms:created xsi:type="dcterms:W3CDTF">2022-12-23T14:14:28Z</dcterms:created>
  <dcterms:modified xsi:type="dcterms:W3CDTF">2023-01-24T06:55:40Z</dcterms:modified>
</cp:coreProperties>
</file>