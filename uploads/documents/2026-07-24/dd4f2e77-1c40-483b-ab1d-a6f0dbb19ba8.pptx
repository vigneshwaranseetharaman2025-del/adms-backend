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76" r:id="rId2"/>
    <p:sldId id="274" r:id="rId3"/>
    <p:sldId id="27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1660"/>
    <a:srgbClr val="201B60"/>
    <a:srgbClr val="2E1860"/>
    <a:srgbClr val="231A60"/>
    <a:srgbClr val="3E91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3010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BF9D190-252D-87F4-65A2-B3A42DD701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CA4149-C7F7-F455-E331-AF99EFF2F7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A9CD1B-6C5F-49E8-8317-F725147639C6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FE5B15-BFE8-2BAB-4EF8-D6F2239858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A1B6B7-7F13-F8F9-AAEF-88F4AE3B17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9B3F19-CEB2-41DE-B04B-DE0B2D9A81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6518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6E1564-BD7C-4FB3-BFD3-6B95C677415C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B5A2A1-0952-4101-8E27-1C01B19710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840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FA013-CEC9-8F90-9DDF-4B38A17361E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2600" y="1945077"/>
            <a:ext cx="6524395" cy="827655"/>
          </a:xfrm>
        </p:spPr>
        <p:txBody>
          <a:bodyPr anchor="ctr"/>
          <a:lstStyle>
            <a:lvl1pPr algn="l">
              <a:defRPr sz="5000">
                <a:solidFill>
                  <a:srgbClr val="3B16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Presentation Title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ED43F-46A5-085A-B8EB-1AD87967E64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7092" y="2786797"/>
            <a:ext cx="6087187" cy="586492"/>
          </a:xfrm>
        </p:spPr>
        <p:txBody>
          <a:bodyPr anchor="ctr">
            <a:noAutofit/>
          </a:bodyPr>
          <a:lstStyle>
            <a:lvl1pPr marL="0" indent="0" algn="l">
              <a:buNone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25D0B-BC2F-2E2F-AD1D-90E213D65C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2CDE0E-9277-4B9A-B1B1-ECAC995FB4AB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3091E-98FA-9C0D-3493-64ED30FB2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4D891-69F2-1406-64BC-D8771CD3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573D42-3791-4DC3-90C1-0FCD4008E4C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Google Shape;74;p21">
            <a:extLst>
              <a:ext uri="{FF2B5EF4-FFF2-40B4-BE49-F238E27FC236}">
                <a16:creationId xmlns:a16="http://schemas.microsoft.com/office/drawing/2014/main" id="{77C8C886-123C-2ED3-D9DE-18383A79EE57}"/>
              </a:ext>
            </a:extLst>
          </p:cNvPr>
          <p:cNvSpPr/>
          <p:nvPr userDrawn="1"/>
        </p:nvSpPr>
        <p:spPr>
          <a:xfrm flipH="1">
            <a:off x="0" y="3611032"/>
            <a:ext cx="12192000" cy="3246968"/>
          </a:xfrm>
          <a:custGeom>
            <a:avLst/>
            <a:gdLst/>
            <a:ahLst/>
            <a:cxnLst/>
            <a:rect l="l" t="t" r="r" b="b"/>
            <a:pathLst>
              <a:path w="19477038" h="6690230" extrusionOk="0">
                <a:moveTo>
                  <a:pt x="18987672" y="523"/>
                </a:moveTo>
                <a:cubicBezTo>
                  <a:pt x="19179020" y="2178"/>
                  <a:pt x="19342976" y="7555"/>
                  <a:pt x="19473174" y="13631"/>
                </a:cubicBezTo>
                <a:lnTo>
                  <a:pt x="19477038" y="13832"/>
                </a:lnTo>
                <a:lnTo>
                  <a:pt x="19477038" y="6690230"/>
                </a:lnTo>
                <a:lnTo>
                  <a:pt x="0" y="6690230"/>
                </a:lnTo>
                <a:lnTo>
                  <a:pt x="0" y="5183218"/>
                </a:lnTo>
                <a:lnTo>
                  <a:pt x="32446" y="5165116"/>
                </a:lnTo>
                <a:cubicBezTo>
                  <a:pt x="1747317" y="4288331"/>
                  <a:pt x="3743330" y="4427596"/>
                  <a:pt x="4975878" y="5001203"/>
                </a:cubicBezTo>
                <a:cubicBezTo>
                  <a:pt x="8497443" y="6636722"/>
                  <a:pt x="10023454" y="4907074"/>
                  <a:pt x="12394641" y="2224355"/>
                </a:cubicBezTo>
                <a:cubicBezTo>
                  <a:pt x="14173031" y="212317"/>
                  <a:pt x="17456892" y="-12713"/>
                  <a:pt x="18987672" y="523"/>
                </a:cubicBezTo>
                <a:close/>
              </a:path>
            </a:pathLst>
          </a:custGeom>
          <a:solidFill>
            <a:srgbClr val="3B16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</a:t>
            </a: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75;p21">
            <a:extLst>
              <a:ext uri="{FF2B5EF4-FFF2-40B4-BE49-F238E27FC236}">
                <a16:creationId xmlns:a16="http://schemas.microsoft.com/office/drawing/2014/main" id="{46CABA34-BF76-4AE3-ACD6-423DBAD0EF80}"/>
              </a:ext>
            </a:extLst>
          </p:cNvPr>
          <p:cNvSpPr/>
          <p:nvPr userDrawn="1"/>
        </p:nvSpPr>
        <p:spPr>
          <a:xfrm rot="10800000" flipH="1">
            <a:off x="0" y="4317999"/>
            <a:ext cx="12192000" cy="2540000"/>
          </a:xfrm>
          <a:custGeom>
            <a:avLst/>
            <a:gdLst/>
            <a:ahLst/>
            <a:cxnLst/>
            <a:rect l="l" t="t" r="r" b="b"/>
            <a:pathLst>
              <a:path w="12192000" h="3246967" extrusionOk="0">
                <a:moveTo>
                  <a:pt x="0" y="0"/>
                </a:moveTo>
                <a:lnTo>
                  <a:pt x="12192000" y="0"/>
                </a:lnTo>
                <a:lnTo>
                  <a:pt x="12192000" y="731398"/>
                </a:lnTo>
                <a:lnTo>
                  <a:pt x="12171690" y="740183"/>
                </a:lnTo>
                <a:cubicBezTo>
                  <a:pt x="11098236" y="1165713"/>
                  <a:pt x="9848796" y="1098124"/>
                  <a:pt x="9077260" y="819735"/>
                </a:cubicBezTo>
                <a:cubicBezTo>
                  <a:pt x="6872874" y="25969"/>
                  <a:pt x="5917640" y="865419"/>
                  <a:pt x="4433354" y="2167422"/>
                </a:cubicBezTo>
                <a:cubicBezTo>
                  <a:pt x="3320138" y="3143924"/>
                  <a:pt x="1264546" y="3253138"/>
                  <a:pt x="306327" y="3246714"/>
                </a:cubicBezTo>
                <a:cubicBezTo>
                  <a:pt x="186550" y="3245911"/>
                  <a:pt x="83919" y="3243302"/>
                  <a:pt x="2419" y="3240353"/>
                </a:cubicBezTo>
                <a:lnTo>
                  <a:pt x="0" y="324025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/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38BB4C-93C7-247A-E8FF-F5F3A066DED9}"/>
              </a:ext>
            </a:extLst>
          </p:cNvPr>
          <p:cNvSpPr/>
          <p:nvPr userDrawn="1"/>
        </p:nvSpPr>
        <p:spPr>
          <a:xfrm>
            <a:off x="12193" y="6096"/>
            <a:ext cx="1238508" cy="14175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Google Shape;77;p21">
            <a:extLst>
              <a:ext uri="{FF2B5EF4-FFF2-40B4-BE49-F238E27FC236}">
                <a16:creationId xmlns:a16="http://schemas.microsoft.com/office/drawing/2014/main" id="{86C93566-DD24-EF56-7FD2-5AE774A501E3}"/>
              </a:ext>
            </a:extLst>
          </p:cNvPr>
          <p:cNvSpPr/>
          <p:nvPr userDrawn="1"/>
        </p:nvSpPr>
        <p:spPr>
          <a:xfrm rot="2700000">
            <a:off x="7133755" y="1409701"/>
            <a:ext cx="4038600" cy="4038600"/>
          </a:xfrm>
          <a:prstGeom prst="flowChartAlternateProcess">
            <a:avLst/>
          </a:prstGeom>
          <a:solidFill>
            <a:srgbClr val="3B1660"/>
          </a:solidFill>
          <a:ln>
            <a:noFill/>
          </a:ln>
          <a:effectLst>
            <a:outerShdw blurRad="533400" dist="241300" dir="5400000" algn="t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684;p62">
            <a:extLst>
              <a:ext uri="{FF2B5EF4-FFF2-40B4-BE49-F238E27FC236}">
                <a16:creationId xmlns:a16="http://schemas.microsoft.com/office/drawing/2014/main" id="{633B07A1-5141-67AD-D637-9A4EAAF7C417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6993055" y="1269001"/>
            <a:ext cx="4320000" cy="4320000"/>
          </a:xfrm>
          <a:custGeom>
            <a:avLst/>
            <a:gdLst/>
            <a:ahLst/>
            <a:cxnLst/>
            <a:rect l="l" t="t" r="r" b="b"/>
            <a:pathLst>
              <a:path w="3133159" h="3133158" extrusionOk="0">
                <a:moveTo>
                  <a:pt x="1566580" y="0"/>
                </a:moveTo>
                <a:cubicBezTo>
                  <a:pt x="1461857" y="0"/>
                  <a:pt x="1357135" y="39950"/>
                  <a:pt x="1277234" y="119851"/>
                </a:cubicBezTo>
                <a:lnTo>
                  <a:pt x="119852" y="1277233"/>
                </a:lnTo>
                <a:cubicBezTo>
                  <a:pt x="-39950" y="1437034"/>
                  <a:pt x="-39950" y="1696124"/>
                  <a:pt x="119852" y="1855925"/>
                </a:cubicBezTo>
                <a:lnTo>
                  <a:pt x="1277234" y="3013308"/>
                </a:lnTo>
                <a:cubicBezTo>
                  <a:pt x="1437035" y="3173109"/>
                  <a:pt x="1696125" y="3173109"/>
                  <a:pt x="1855926" y="3013308"/>
                </a:cubicBezTo>
                <a:lnTo>
                  <a:pt x="3013309" y="1855925"/>
                </a:lnTo>
                <a:cubicBezTo>
                  <a:pt x="3173110" y="1696124"/>
                  <a:pt x="3173110" y="1437034"/>
                  <a:pt x="3013309" y="1277233"/>
                </a:cubicBezTo>
                <a:lnTo>
                  <a:pt x="1855926" y="119851"/>
                </a:lnTo>
                <a:cubicBezTo>
                  <a:pt x="1776025" y="39950"/>
                  <a:pt x="1671303" y="0"/>
                  <a:pt x="1566580" y="0"/>
                </a:cubicBezTo>
                <a:close/>
              </a:path>
            </a:pathLst>
          </a:cu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51743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A21C5-F10B-410C-8931-E8FFE65AA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CBF28-30FB-3728-7C86-09961FEC1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682" y="977710"/>
            <a:ext cx="11805638" cy="5300611"/>
          </a:xfrm>
        </p:spPr>
        <p:txBody>
          <a:bodyPr/>
          <a:lstStyle>
            <a:lvl1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71750" indent="-285750">
              <a:buSzPct val="80000"/>
              <a:buFont typeface="Wingdings" panose="05000000000000000000" pitchFamily="2" charset="2"/>
              <a:buChar char="§"/>
              <a:defRPr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6582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171F0-E728-308F-BFA3-96C61C2F3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anchor="ctr"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E04FC-7CC2-A81F-8EB9-0F01B5B54B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2CDE0E-9277-4B9A-B1B1-ECAC995FB4AB}" type="datetimeFigureOut">
              <a:rPr lang="en-IN" smtClean="0"/>
              <a:t>02-01-2025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37BE5-6A5B-A291-07BE-9ECA45A33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9E726-A622-E2B7-5D87-0B1E117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F573D42-3791-4DC3-90C1-0FCD4008E4CE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71C612-A516-EE33-E73E-2E4CA04C79AE}"/>
              </a:ext>
            </a:extLst>
          </p:cNvPr>
          <p:cNvSpPr/>
          <p:nvPr userDrawn="1"/>
        </p:nvSpPr>
        <p:spPr>
          <a:xfrm>
            <a:off x="244928" y="6327774"/>
            <a:ext cx="11862708" cy="49802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1E2E63-2664-A704-110D-43B0C45E76D5}"/>
              </a:ext>
            </a:extLst>
          </p:cNvPr>
          <p:cNvSpPr/>
          <p:nvPr userDrawn="1"/>
        </p:nvSpPr>
        <p:spPr>
          <a:xfrm>
            <a:off x="22226" y="24492"/>
            <a:ext cx="1537608" cy="103028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A6745B-339E-4D14-232D-68F3C8EEC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solidFill>
            <a:srgbClr val="3B1660"/>
          </a:solidFill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9915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AFA3E-4D58-90C0-A9C8-097C9E2B7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B7DCB-FC48-15E6-08BB-4BCB2F4CB6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4763" y="977392"/>
            <a:ext cx="5796000" cy="5299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CF6391-6A96-7510-08C8-655935328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6321" y="989584"/>
            <a:ext cx="5796000" cy="5299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2475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4E19A-6698-B232-2A73-B7155CBC9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776"/>
            <a:ext cx="11220450" cy="7116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7D379-99CB-557A-B594-AB0729B32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6682" y="936626"/>
            <a:ext cx="585931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C933C5-9D42-E9B3-36B9-A2BA444587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6682" y="1760537"/>
            <a:ext cx="5859318" cy="44606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DCF5FC-5609-680B-D0F8-3C5CE43047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2007" y="936626"/>
            <a:ext cx="579664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FE089E-CA22-0694-0592-EF69DEC42F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2007" y="1760538"/>
            <a:ext cx="5796643" cy="4460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662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A0962-9D41-40EC-6C30-6F369B55D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789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179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92BAC-F5AC-1A74-8ACC-DA64DF624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726" y="18732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A3BC0-F5E5-DB36-F7D5-4D6E0F027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6827" y="187324"/>
            <a:ext cx="7052016" cy="60547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2BACC1-6F3F-37CB-BC2D-FFC03883D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25726" y="1787524"/>
            <a:ext cx="3932237" cy="443366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3625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E776A-183C-EBDC-BD42-59926C716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0436"/>
            <a:ext cx="4084864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107BCF-7FAE-7DC5-FC7C-A1A04A6760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220436"/>
            <a:ext cx="6744833" cy="58374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CC0CE0-3241-A65E-35B7-0074C79653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1820635"/>
            <a:ext cx="4084864" cy="42372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82316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4EA9E-CFF3-5C7E-6796-E236610FE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2C1A55-EF36-11C1-2B98-FA0E104AFF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0906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A73CA3-1F12-C0BE-70B4-D2C500C835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50971" y="146957"/>
            <a:ext cx="2758693" cy="60987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CE5EC-111E-A7B6-9C4F-84BB3E11F9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3965" y="146957"/>
            <a:ext cx="8490856" cy="6098722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7998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77;p21">
            <a:extLst>
              <a:ext uri="{FF2B5EF4-FFF2-40B4-BE49-F238E27FC236}">
                <a16:creationId xmlns:a16="http://schemas.microsoft.com/office/drawing/2014/main" id="{1F1B9BA6-6797-0E18-48F5-39439959072E}"/>
              </a:ext>
            </a:extLst>
          </p:cNvPr>
          <p:cNvSpPr>
            <a:spLocks/>
          </p:cNvSpPr>
          <p:nvPr userDrawn="1"/>
        </p:nvSpPr>
        <p:spPr>
          <a:xfrm rot="2700000">
            <a:off x="11652071" y="6382996"/>
            <a:ext cx="383124" cy="397808"/>
          </a:xfrm>
          <a:prstGeom prst="flowChartAlternateProcess">
            <a:avLst/>
          </a:prstGeom>
          <a:gradFill flip="none" rotWithShape="1">
            <a:gsLst>
              <a:gs pos="0">
                <a:srgbClr val="3B1660"/>
              </a:gs>
              <a:gs pos="32000">
                <a:srgbClr val="3B1660"/>
              </a:gs>
              <a:gs pos="100000">
                <a:srgbClr val="002060"/>
              </a:gs>
            </a:gsLst>
            <a:lin ang="2700000" scaled="1"/>
            <a:tileRect/>
          </a:gradFill>
          <a:ln>
            <a:noFill/>
          </a:ln>
          <a:effectLst>
            <a:outerShdw blurRad="533400" dist="241300" dir="5400000" algn="t" rotWithShape="0">
              <a:srgbClr val="000000">
                <a:alpha val="980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85CC6E-D189-3F1F-BE91-CF792F138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87" y="63049"/>
            <a:ext cx="11307534" cy="7321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335C-D843-98AD-980A-1E8649D9A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6682" y="977710"/>
            <a:ext cx="11805638" cy="53006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IN" dirty="0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4BA0F9B3-C814-4A90-8497-5B038801DDBE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236682" y="6407959"/>
            <a:ext cx="2913891" cy="331522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 defTabSz="90805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defTabSz="9080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805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805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805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0805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0" hangingPunct="0">
              <a:defRPr/>
            </a:pPr>
            <a:r>
              <a:rPr lang="en-US" altLang="en-US" sz="1200" b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Calibri" pitchFamily="34" charset="0"/>
                <a:cs typeface="Calibri" panose="020F0502020204030204" pitchFamily="34" charset="0"/>
              </a:rPr>
              <a:t>© 2025 Aithent Inc.  All Rights Reserved.</a:t>
            </a:r>
            <a:endParaRPr lang="en-US" altLang="en-US" sz="1200" b="0" dirty="0">
              <a:solidFill>
                <a:schemeClr val="tx1">
                  <a:lumMod val="95000"/>
                  <a:lumOff val="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519CF1-5CE7-9C95-592F-A39523E9A2A1}"/>
              </a:ext>
            </a:extLst>
          </p:cNvPr>
          <p:cNvSpPr txBox="1"/>
          <p:nvPr userDrawn="1"/>
        </p:nvSpPr>
        <p:spPr>
          <a:xfrm>
            <a:off x="11542907" y="6428011"/>
            <a:ext cx="6014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fld id="{90B17A53-B51B-4487-867F-1C83F1AD35A1}" type="slidenum">
              <a:rPr lang="en-US" altLang="en-US" sz="14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ctr"/>
              <a:t>‹#›</a:t>
            </a:fld>
            <a:endParaRPr lang="en-IN" sz="1400" dirty="0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627CA6C-6F01-C496-A11F-9E4F1683C8C6}"/>
              </a:ext>
            </a:extLst>
          </p:cNvPr>
          <p:cNvGrpSpPr/>
          <p:nvPr userDrawn="1"/>
        </p:nvGrpSpPr>
        <p:grpSpPr>
          <a:xfrm>
            <a:off x="149679" y="137062"/>
            <a:ext cx="402799" cy="538292"/>
            <a:chOff x="176865" y="112089"/>
            <a:chExt cx="534064" cy="713712"/>
          </a:xfrm>
        </p:grpSpPr>
        <p:sp>
          <p:nvSpPr>
            <p:cNvPr id="6" name="Google Shape;77;p21">
              <a:extLst>
                <a:ext uri="{FF2B5EF4-FFF2-40B4-BE49-F238E27FC236}">
                  <a16:creationId xmlns:a16="http://schemas.microsoft.com/office/drawing/2014/main" id="{6899AEEC-E932-5218-9D76-93C60D844552}"/>
                </a:ext>
              </a:extLst>
            </p:cNvPr>
            <p:cNvSpPr/>
            <p:nvPr userDrawn="1"/>
          </p:nvSpPr>
          <p:spPr>
            <a:xfrm rot="2700000">
              <a:off x="186599" y="102355"/>
              <a:ext cx="507977" cy="527446"/>
            </a:xfrm>
            <a:prstGeom prst="flowChartAlternateProcess">
              <a:avLst/>
            </a:prstGeom>
            <a:gradFill flip="none" rotWithShape="1">
              <a:gsLst>
                <a:gs pos="0">
                  <a:srgbClr val="3B1660"/>
                </a:gs>
                <a:gs pos="32000">
                  <a:srgbClr val="3B1660"/>
                </a:gs>
                <a:gs pos="100000">
                  <a:srgbClr val="002060"/>
                </a:gs>
              </a:gsLst>
              <a:lin ang="2700000" scaled="1"/>
              <a:tileRect/>
            </a:gradFill>
            <a:ln>
              <a:noFill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77;p21">
              <a:extLst>
                <a:ext uri="{FF2B5EF4-FFF2-40B4-BE49-F238E27FC236}">
                  <a16:creationId xmlns:a16="http://schemas.microsoft.com/office/drawing/2014/main" id="{24004FB9-6440-A0FE-8A3F-38EB25AA2739}"/>
                </a:ext>
              </a:extLst>
            </p:cNvPr>
            <p:cNvSpPr/>
            <p:nvPr userDrawn="1"/>
          </p:nvSpPr>
          <p:spPr>
            <a:xfrm rot="2700000">
              <a:off x="189909" y="205223"/>
              <a:ext cx="507977" cy="527446"/>
            </a:xfrm>
            <a:prstGeom prst="flowChartAlternateProcess">
              <a:avLst/>
            </a:prstGeom>
            <a:pattFill prst="pct20">
              <a:fgClr>
                <a:srgbClr val="3B1660"/>
              </a:fgClr>
              <a:bgClr>
                <a:schemeClr val="bg1"/>
              </a:bgClr>
            </a:pattFill>
            <a:ln>
              <a:noFill/>
            </a:ln>
            <a:effectLst>
              <a:outerShdw blurRad="533400" dist="241300" dir="5400000" algn="t" rotWithShape="0">
                <a:srgbClr val="000000">
                  <a:alpha val="9803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77;p21">
              <a:extLst>
                <a:ext uri="{FF2B5EF4-FFF2-40B4-BE49-F238E27FC236}">
                  <a16:creationId xmlns:a16="http://schemas.microsoft.com/office/drawing/2014/main" id="{0BB78467-495A-1482-BF12-99BBE53E54F3}"/>
                </a:ext>
              </a:extLst>
            </p:cNvPr>
            <p:cNvSpPr/>
            <p:nvPr userDrawn="1"/>
          </p:nvSpPr>
          <p:spPr>
            <a:xfrm rot="2700000">
              <a:off x="193217" y="308090"/>
              <a:ext cx="507977" cy="527446"/>
            </a:xfrm>
            <a:prstGeom prst="flowChartAlternateProcess">
              <a:avLst/>
            </a:prstGeom>
            <a:gradFill flip="none" rotWithShape="1">
              <a:gsLst>
                <a:gs pos="0">
                  <a:srgbClr val="3B1660"/>
                </a:gs>
                <a:gs pos="32000">
                  <a:srgbClr val="3B1660"/>
                </a:gs>
                <a:gs pos="100000">
                  <a:srgbClr val="002060"/>
                </a:gs>
              </a:gsLst>
              <a:lin ang="2700000" scaled="1"/>
              <a:tileRect/>
            </a:gradFill>
            <a:ln>
              <a:noFill/>
            </a:ln>
            <a:effectLst/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0020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457200" indent="-4572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SzPct val="80000"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71750" indent="-28575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45F6B-955D-DCC9-E691-C60A16F16E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164A3-D89E-7959-1D4D-DA299E2B78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Presentation Subtitle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AD7E155-CA2E-3A6F-9A3E-BC5AD972B9C5}"/>
              </a:ext>
            </a:extLst>
          </p:cNvPr>
          <p:cNvSpPr txBox="1">
            <a:spLocks/>
          </p:cNvSpPr>
          <p:nvPr/>
        </p:nvSpPr>
        <p:spPr>
          <a:xfrm>
            <a:off x="398477" y="5547549"/>
            <a:ext cx="4207888" cy="832802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ourier New" panose="02070309020205020404" pitchFamily="49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ourier New" panose="02070309020205020404" pitchFamily="49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by: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Date: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DA0BB0-C1F4-07C4-2297-701D4A2BB9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4255" y="294886"/>
            <a:ext cx="1800000" cy="65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430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9C849-D8EE-F96F-C467-23238BB2E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Lorem ipsum </a:t>
            </a:r>
            <a:r>
              <a:rPr lang="en-IN" dirty="0" err="1"/>
              <a:t>dolor</a:t>
            </a:r>
            <a:r>
              <a:rPr lang="en-IN" dirty="0"/>
              <a:t> sit </a:t>
            </a:r>
            <a:r>
              <a:rPr lang="en-IN" dirty="0" err="1"/>
              <a:t>amet</a:t>
            </a:r>
            <a:r>
              <a:rPr lang="en-IN" dirty="0"/>
              <a:t> </a:t>
            </a:r>
            <a:r>
              <a:rPr lang="en-IN" dirty="0" err="1"/>
              <a:t>vehicula</a:t>
            </a:r>
            <a:r>
              <a:rPr lang="en-IN" dirty="0"/>
              <a:t> </a:t>
            </a:r>
            <a:r>
              <a:rPr lang="en-IN" dirty="0" err="1"/>
              <a:t>consectetur</a:t>
            </a:r>
            <a:r>
              <a:rPr lang="en-IN" dirty="0"/>
              <a:t> </a:t>
            </a:r>
            <a:r>
              <a:rPr lang="en-IN" dirty="0" err="1"/>
              <a:t>felis</a:t>
            </a:r>
            <a:r>
              <a:rPr lang="en-IN" dirty="0"/>
              <a:t>, </a:t>
            </a:r>
            <a:r>
              <a:rPr lang="en-IN" dirty="0" err="1"/>
              <a:t>quis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27911-96C3-9DD6-905C-67D117CDB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magna, at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blandit</a:t>
            </a:r>
            <a:r>
              <a:rPr lang="en-US" dirty="0"/>
              <a:t> vel</a:t>
            </a:r>
          </a:p>
          <a:p>
            <a:pPr lvl="1"/>
            <a:r>
              <a:rPr lang="en-US" dirty="0"/>
              <a:t>Sed lacinia</a:t>
            </a:r>
          </a:p>
          <a:p>
            <a:pPr lvl="2"/>
            <a:r>
              <a:rPr lang="en-US" dirty="0"/>
              <a:t>Lacus id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viverra</a:t>
            </a:r>
            <a:endParaRPr lang="en-US" dirty="0"/>
          </a:p>
          <a:p>
            <a:pPr lvl="3"/>
            <a:r>
              <a:rPr lang="en-US" dirty="0"/>
              <a:t>Libero magna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loreut</a:t>
            </a:r>
            <a:endParaRPr lang="en-US" dirty="0"/>
          </a:p>
          <a:p>
            <a:pPr lvl="4"/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libero. </a:t>
            </a:r>
          </a:p>
          <a:p>
            <a:pPr lvl="1"/>
            <a:r>
              <a:rPr lang="en-US" dirty="0"/>
              <a:t>Proin at gravida </a:t>
            </a:r>
            <a:r>
              <a:rPr lang="en-US" dirty="0" err="1"/>
              <a:t>sem</a:t>
            </a:r>
            <a:endParaRPr lang="en-US" dirty="0"/>
          </a:p>
          <a:p>
            <a:pPr lvl="1"/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erat</a:t>
            </a:r>
            <a:endParaRPr lang="en-US" dirty="0"/>
          </a:p>
          <a:p>
            <a:pPr lvl="1"/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imperdiet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rhoncus</a:t>
            </a:r>
            <a:r>
              <a:rPr lang="en-US" dirty="0"/>
              <a:t> ne</a:t>
            </a:r>
          </a:p>
          <a:p>
            <a:pPr lvl="2"/>
            <a:r>
              <a:rPr lang="en-US" dirty="0"/>
              <a:t>Maecenas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 dui,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 ante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</a:t>
            </a:r>
          </a:p>
          <a:p>
            <a:pPr lvl="3"/>
            <a:r>
              <a:rPr lang="en-US" dirty="0" err="1"/>
              <a:t>Vivamus</a:t>
            </a:r>
            <a:r>
              <a:rPr lang="en-US" dirty="0"/>
              <a:t> nec </a:t>
            </a:r>
            <a:r>
              <a:rPr lang="en-US" dirty="0" err="1"/>
              <a:t>lectus</a:t>
            </a:r>
            <a:r>
              <a:rPr lang="en-US" dirty="0"/>
              <a:t> sed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sed et libero</a:t>
            </a:r>
          </a:p>
          <a:p>
            <a:pPr lvl="4"/>
            <a:r>
              <a:rPr lang="en-US" dirty="0" err="1"/>
              <a:t>Nullam</a:t>
            </a:r>
            <a:r>
              <a:rPr lang="en-US" dirty="0"/>
              <a:t> non ligula </a:t>
            </a:r>
            <a:r>
              <a:rPr lang="en-US" dirty="0" err="1"/>
              <a:t>tortor</a:t>
            </a:r>
            <a:r>
              <a:rPr lang="en-US" dirty="0"/>
              <a:t>. Sed </a:t>
            </a:r>
            <a:r>
              <a:rPr lang="en-US" dirty="0" err="1"/>
              <a:t>iaculis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</a:p>
          <a:p>
            <a:pPr lvl="4"/>
            <a:r>
              <a:rPr lang="en-US" dirty="0" err="1"/>
              <a:t>Utpretium</a:t>
            </a:r>
            <a:r>
              <a:rPr lang="en-US" dirty="0"/>
              <a:t> id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aliquet</a:t>
            </a:r>
            <a:endParaRPr lang="en-US" dirty="0"/>
          </a:p>
          <a:p>
            <a:pPr lvl="5"/>
            <a:r>
              <a:rPr lang="en-US" dirty="0"/>
              <a:t>Integer </a:t>
            </a:r>
            <a:r>
              <a:rPr lang="en-US" dirty="0" err="1"/>
              <a:t>acvulputate</a:t>
            </a:r>
            <a:r>
              <a:rPr lang="en-US" dirty="0"/>
              <a:t> lorem</a:t>
            </a:r>
          </a:p>
          <a:p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justo</a:t>
            </a:r>
            <a:endParaRPr lang="en-US" dirty="0"/>
          </a:p>
          <a:p>
            <a:r>
              <a:rPr lang="en-US" dirty="0" err="1"/>
              <a:t>Nullam</a:t>
            </a:r>
            <a:r>
              <a:rPr lang="en-US" dirty="0"/>
              <a:t> tempus dolor at </a:t>
            </a:r>
            <a:r>
              <a:rPr lang="en-US" dirty="0" err="1"/>
              <a:t>urna</a:t>
            </a:r>
            <a:r>
              <a:rPr lang="en-US" dirty="0"/>
              <a:t> </a:t>
            </a:r>
            <a:r>
              <a:rPr lang="en-US" dirty="0" err="1"/>
              <a:t>interdum</a:t>
            </a:r>
            <a:r>
              <a:rPr lang="en-US" dirty="0"/>
              <a:t> </a:t>
            </a:r>
            <a:r>
              <a:rPr lang="en-US" dirty="0" err="1"/>
              <a:t>finibus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0090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59C40A5-7F1D-3AD5-BCFC-AD589C5D3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E42B8D-FC57-8590-7949-38DD923BC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 </a:t>
            </a:r>
            <a:r>
              <a:rPr lang="en-IN" dirty="0">
                <a:sym typeface="Wingdings" panose="05000000000000000000" pitchFamily="2" charset="2"/>
              </a:rPr>
              <a:t>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0587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1727</TotalTime>
  <Words>112</Words>
  <Application>Microsoft Office PowerPoint</Application>
  <PresentationFormat>Widescreen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Calibri</vt:lpstr>
      <vt:lpstr>Wingdings</vt:lpstr>
      <vt:lpstr>Office Theme</vt:lpstr>
      <vt:lpstr>Presentation Title</vt:lpstr>
      <vt:lpstr>Lorem ipsum dolor sit amet vehicula consectetur felis, quis </vt:lpstr>
      <vt:lpstr>Thank you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Lavanya Thangadurai</dc:creator>
  <cp:lastModifiedBy>Lavanya Thangadurai</cp:lastModifiedBy>
  <cp:revision>43</cp:revision>
  <dcterms:created xsi:type="dcterms:W3CDTF">2024-12-16T10:26:28Z</dcterms:created>
  <dcterms:modified xsi:type="dcterms:W3CDTF">2025-01-02T13:17:25Z</dcterms:modified>
</cp:coreProperties>
</file>