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64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2E48"/>
    <a:srgbClr val="7C2559"/>
    <a:srgbClr val="5A114A"/>
    <a:srgbClr val="760C36"/>
    <a:srgbClr val="830A2C"/>
    <a:srgbClr val="BA0E0D"/>
    <a:srgbClr val="6E0E3B"/>
    <a:srgbClr val="B70207"/>
    <a:srgbClr val="3B1660"/>
    <a:srgbClr val="AA2F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2" d="100"/>
          <a:sy n="72" d="100"/>
        </p:scale>
        <p:origin x="301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DEFD0CC-AC13-763B-F57B-C5113A84B8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70861A-9DB0-DB25-E15D-C68151B792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E4675-ED16-45F7-A246-CBEAFD2A199B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BF43FB-8C73-6964-951C-B4C461FC18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73B504-9EB2-A7DD-9243-A9B82108EB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904467-57B2-4971-AE5E-9FD4F99F1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785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6E1564-BD7C-4FB3-BFD3-6B95C677415C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B5A2A1-0952-4101-8E27-1C01B19710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840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FA013-CEC9-8F90-9DDF-4B38A17361E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3596" y="1936369"/>
            <a:ext cx="6238682" cy="827655"/>
          </a:xfrm>
        </p:spPr>
        <p:txBody>
          <a:bodyPr anchor="ctr"/>
          <a:lstStyle>
            <a:lvl1pPr algn="l">
              <a:defRPr sz="5000">
                <a:solidFill>
                  <a:srgbClr val="A52E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Presentation Title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ED43F-46A5-085A-B8EB-1AD87967E64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251" y="2786249"/>
            <a:ext cx="5563731" cy="586492"/>
          </a:xfrm>
        </p:spPr>
        <p:txBody>
          <a:bodyPr anchor="ctr">
            <a:noAutofit/>
          </a:bodyPr>
          <a:lstStyle>
            <a:lvl1pPr marL="0" indent="0" algn="l">
              <a:buNone/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25D0B-BC2F-2E2F-AD1D-90E213D65C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2CDE0E-9277-4B9A-B1B1-ECAC995FB4AB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3091E-98FA-9C0D-3493-64ED30FB2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4D891-69F2-1406-64BC-D8771CD3B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573D42-3791-4DC3-90C1-0FCD4008E4C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Google Shape;74;p21">
            <a:extLst>
              <a:ext uri="{FF2B5EF4-FFF2-40B4-BE49-F238E27FC236}">
                <a16:creationId xmlns:a16="http://schemas.microsoft.com/office/drawing/2014/main" id="{77C8C886-123C-2ED3-D9DE-18383A79EE57}"/>
              </a:ext>
            </a:extLst>
          </p:cNvPr>
          <p:cNvSpPr/>
          <p:nvPr userDrawn="1"/>
        </p:nvSpPr>
        <p:spPr>
          <a:xfrm flipH="1">
            <a:off x="0" y="3611032"/>
            <a:ext cx="12192000" cy="3246968"/>
          </a:xfrm>
          <a:custGeom>
            <a:avLst/>
            <a:gdLst/>
            <a:ahLst/>
            <a:cxnLst/>
            <a:rect l="l" t="t" r="r" b="b"/>
            <a:pathLst>
              <a:path w="19477038" h="6690230" extrusionOk="0">
                <a:moveTo>
                  <a:pt x="18987672" y="523"/>
                </a:moveTo>
                <a:cubicBezTo>
                  <a:pt x="19179020" y="2178"/>
                  <a:pt x="19342976" y="7555"/>
                  <a:pt x="19473174" y="13631"/>
                </a:cubicBezTo>
                <a:lnTo>
                  <a:pt x="19477038" y="13832"/>
                </a:lnTo>
                <a:lnTo>
                  <a:pt x="19477038" y="6690230"/>
                </a:lnTo>
                <a:lnTo>
                  <a:pt x="0" y="6690230"/>
                </a:lnTo>
                <a:lnTo>
                  <a:pt x="0" y="5183218"/>
                </a:lnTo>
                <a:lnTo>
                  <a:pt x="32446" y="5165116"/>
                </a:lnTo>
                <a:cubicBezTo>
                  <a:pt x="1747317" y="4288331"/>
                  <a:pt x="3743330" y="4427596"/>
                  <a:pt x="4975878" y="5001203"/>
                </a:cubicBezTo>
                <a:cubicBezTo>
                  <a:pt x="8497443" y="6636722"/>
                  <a:pt x="10023454" y="4907074"/>
                  <a:pt x="12394641" y="2224355"/>
                </a:cubicBezTo>
                <a:cubicBezTo>
                  <a:pt x="14173031" y="212317"/>
                  <a:pt x="17456892" y="-12713"/>
                  <a:pt x="18987672" y="523"/>
                </a:cubicBezTo>
                <a:close/>
              </a:path>
            </a:pathLst>
          </a:custGeom>
          <a:gradFill>
            <a:gsLst>
              <a:gs pos="0">
                <a:srgbClr val="3B1660"/>
              </a:gs>
              <a:gs pos="100000">
                <a:srgbClr val="B63229"/>
              </a:gs>
            </a:gsLst>
            <a:lin ang="2700000" scaled="1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77;p21">
            <a:extLst>
              <a:ext uri="{FF2B5EF4-FFF2-40B4-BE49-F238E27FC236}">
                <a16:creationId xmlns:a16="http://schemas.microsoft.com/office/drawing/2014/main" id="{86C93566-DD24-EF56-7FD2-5AE774A501E3}"/>
              </a:ext>
            </a:extLst>
          </p:cNvPr>
          <p:cNvSpPr/>
          <p:nvPr userDrawn="1"/>
        </p:nvSpPr>
        <p:spPr>
          <a:xfrm rot="2700000">
            <a:off x="7133755" y="1409701"/>
            <a:ext cx="4038600" cy="4038600"/>
          </a:xfrm>
          <a:prstGeom prst="flowChartAlternateProcess">
            <a:avLst/>
          </a:prstGeom>
          <a:gradFill>
            <a:gsLst>
              <a:gs pos="0">
                <a:srgbClr val="3B1660"/>
              </a:gs>
              <a:gs pos="100000">
                <a:srgbClr val="B63229"/>
              </a:gs>
            </a:gsLst>
            <a:lin ang="2700000" scaled="1"/>
          </a:gradFill>
          <a:ln>
            <a:noFill/>
          </a:ln>
          <a:effectLst>
            <a:outerShdw blurRad="533400" dist="241300" dir="5400000" algn="t" rotWithShape="0">
              <a:srgbClr val="000000">
                <a:alpha val="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684;p62">
            <a:extLst>
              <a:ext uri="{FF2B5EF4-FFF2-40B4-BE49-F238E27FC236}">
                <a16:creationId xmlns:a16="http://schemas.microsoft.com/office/drawing/2014/main" id="{633B07A1-5141-67AD-D637-9A4EAAF7C417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 flipH="1">
            <a:off x="6993055" y="1269001"/>
            <a:ext cx="4320000" cy="4320000"/>
          </a:xfrm>
          <a:custGeom>
            <a:avLst/>
            <a:gdLst/>
            <a:ahLst/>
            <a:cxnLst/>
            <a:rect l="l" t="t" r="r" b="b"/>
            <a:pathLst>
              <a:path w="3133159" h="3133158" extrusionOk="0">
                <a:moveTo>
                  <a:pt x="1566580" y="0"/>
                </a:moveTo>
                <a:cubicBezTo>
                  <a:pt x="1461857" y="0"/>
                  <a:pt x="1357135" y="39950"/>
                  <a:pt x="1277234" y="119851"/>
                </a:cubicBezTo>
                <a:lnTo>
                  <a:pt x="119852" y="1277233"/>
                </a:lnTo>
                <a:cubicBezTo>
                  <a:pt x="-39950" y="1437034"/>
                  <a:pt x="-39950" y="1696124"/>
                  <a:pt x="119852" y="1855925"/>
                </a:cubicBezTo>
                <a:lnTo>
                  <a:pt x="1277234" y="3013308"/>
                </a:lnTo>
                <a:cubicBezTo>
                  <a:pt x="1437035" y="3173109"/>
                  <a:pt x="1696125" y="3173109"/>
                  <a:pt x="1855926" y="3013308"/>
                </a:cubicBezTo>
                <a:lnTo>
                  <a:pt x="3013309" y="1855925"/>
                </a:lnTo>
                <a:cubicBezTo>
                  <a:pt x="3173110" y="1696124"/>
                  <a:pt x="3173110" y="1437034"/>
                  <a:pt x="3013309" y="1277233"/>
                </a:cubicBezTo>
                <a:lnTo>
                  <a:pt x="1855926" y="119851"/>
                </a:lnTo>
                <a:cubicBezTo>
                  <a:pt x="1776025" y="39950"/>
                  <a:pt x="1671303" y="0"/>
                  <a:pt x="1566580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0" name="Google Shape;75;p21">
            <a:extLst>
              <a:ext uri="{FF2B5EF4-FFF2-40B4-BE49-F238E27FC236}">
                <a16:creationId xmlns:a16="http://schemas.microsoft.com/office/drawing/2014/main" id="{46CABA34-BF76-4AE3-ACD6-423DBAD0EF80}"/>
              </a:ext>
            </a:extLst>
          </p:cNvPr>
          <p:cNvSpPr/>
          <p:nvPr userDrawn="1"/>
        </p:nvSpPr>
        <p:spPr>
          <a:xfrm rot="10800000" flipH="1">
            <a:off x="0" y="4317999"/>
            <a:ext cx="12192000" cy="2540000"/>
          </a:xfrm>
          <a:custGeom>
            <a:avLst/>
            <a:gdLst/>
            <a:ahLst/>
            <a:cxnLst/>
            <a:rect l="l" t="t" r="r" b="b"/>
            <a:pathLst>
              <a:path w="12192000" h="3246967" extrusionOk="0">
                <a:moveTo>
                  <a:pt x="0" y="0"/>
                </a:moveTo>
                <a:lnTo>
                  <a:pt x="12192000" y="0"/>
                </a:lnTo>
                <a:lnTo>
                  <a:pt x="12192000" y="731398"/>
                </a:lnTo>
                <a:lnTo>
                  <a:pt x="12171690" y="740183"/>
                </a:lnTo>
                <a:cubicBezTo>
                  <a:pt x="11098236" y="1165713"/>
                  <a:pt x="9848796" y="1098124"/>
                  <a:pt x="9077260" y="819735"/>
                </a:cubicBezTo>
                <a:cubicBezTo>
                  <a:pt x="6872874" y="25969"/>
                  <a:pt x="5917640" y="865419"/>
                  <a:pt x="4433354" y="2167422"/>
                </a:cubicBezTo>
                <a:cubicBezTo>
                  <a:pt x="3320138" y="3143924"/>
                  <a:pt x="1264546" y="3253138"/>
                  <a:pt x="306327" y="3246714"/>
                </a:cubicBezTo>
                <a:cubicBezTo>
                  <a:pt x="186550" y="3245911"/>
                  <a:pt x="83919" y="3243302"/>
                  <a:pt x="2419" y="3240353"/>
                </a:cubicBezTo>
                <a:lnTo>
                  <a:pt x="0" y="324025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38BB4C-93C7-247A-E8FF-F5F3A066DED9}"/>
              </a:ext>
            </a:extLst>
          </p:cNvPr>
          <p:cNvSpPr/>
          <p:nvPr userDrawn="1"/>
        </p:nvSpPr>
        <p:spPr>
          <a:xfrm>
            <a:off x="9088" y="90266"/>
            <a:ext cx="1238508" cy="14175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2">
            <a:extLst>
              <a:ext uri="{FF2B5EF4-FFF2-40B4-BE49-F238E27FC236}">
                <a16:creationId xmlns:a16="http://schemas.microsoft.com/office/drawing/2014/main" id="{FEE27F8F-E11A-4370-A738-AFEA918C01D0}"/>
              </a:ext>
            </a:extLst>
          </p:cNvPr>
          <p:cNvSpPr txBox="1"/>
          <p:nvPr userDrawn="1"/>
        </p:nvSpPr>
        <p:spPr>
          <a:xfrm>
            <a:off x="9060032" y="6207582"/>
            <a:ext cx="3073006" cy="646331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dirty="0">
                <a:solidFill>
                  <a:schemeClr val="tx1">
                    <a:alpha val="4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INTERNAL</a:t>
            </a:r>
            <a:endParaRPr lang="en-IN" sz="3600" dirty="0">
              <a:solidFill>
                <a:schemeClr val="tx1">
                  <a:alpha val="40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743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A21C5-F10B-410C-8931-E8FFE65AA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CBF28-30FB-3728-7C86-09961FEC1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582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6745B-339E-4D14-232D-68F3C8EEC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gradFill>
            <a:gsLst>
              <a:gs pos="0">
                <a:srgbClr val="BA0E0D"/>
              </a:gs>
              <a:gs pos="74000">
                <a:srgbClr val="830A2C"/>
              </a:gs>
              <a:gs pos="83000">
                <a:srgbClr val="760C36"/>
              </a:gs>
              <a:gs pos="100000">
                <a:srgbClr val="5A114A"/>
              </a:gs>
            </a:gsLst>
            <a:lin ang="5400000" scaled="1"/>
          </a:gradFill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9727A0-0185-F3FA-C084-1EE00E61A785}"/>
              </a:ext>
            </a:extLst>
          </p:cNvPr>
          <p:cNvSpPr/>
          <p:nvPr userDrawn="1"/>
        </p:nvSpPr>
        <p:spPr>
          <a:xfrm>
            <a:off x="1" y="0"/>
            <a:ext cx="1238508" cy="14175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186777-D928-B54A-7C06-791C6FEF8D81}"/>
              </a:ext>
            </a:extLst>
          </p:cNvPr>
          <p:cNvSpPr/>
          <p:nvPr userDrawn="1"/>
        </p:nvSpPr>
        <p:spPr>
          <a:xfrm>
            <a:off x="65315" y="5021037"/>
            <a:ext cx="12045302" cy="18369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915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B7DCB-FC48-15E6-08BB-4BCB2F4CB6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6682" y="930727"/>
            <a:ext cx="5796000" cy="529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CF6391-6A96-7510-08C8-6559353287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760" y="930727"/>
            <a:ext cx="5796000" cy="529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2367D11-E6C3-EA86-07CD-F2AD0FD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787" y="63049"/>
            <a:ext cx="11307534" cy="732155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2475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4E19A-6698-B232-2A73-B7155CBC9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129" y="104776"/>
            <a:ext cx="11364663" cy="8239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7D379-99CB-557A-B594-AB0729B32E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6681" y="1049335"/>
            <a:ext cx="580645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C933C5-9D42-E9B3-36B9-A2BA444587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6681" y="1873247"/>
            <a:ext cx="5806455" cy="43316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DCF5FC-5609-680B-D0F8-3C5CE43047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34793" y="1049335"/>
            <a:ext cx="5832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FE089E-CA22-0694-0592-EF69DEC42F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34793" y="1873247"/>
            <a:ext cx="5832000" cy="43316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662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A0962-9D41-40EC-6C30-6F369B55D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789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179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92BAC-F5AC-1A74-8ACC-DA64DF624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995" y="1143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A3BC0-F5E5-DB36-F7D5-4D6E0F027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0288" y="114300"/>
            <a:ext cx="7161212" cy="60823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2BACC1-6F3F-37CB-BC2D-FFC03883D1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0995" y="1714499"/>
            <a:ext cx="3932237" cy="448219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23625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E776A-183C-EBDC-BD42-59926C716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5943"/>
            <a:ext cx="410935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107BCF-7FAE-7DC5-FC7C-A1A04A6760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195943"/>
            <a:ext cx="6850969" cy="599258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CC0CE0-3241-A65E-35B7-0074C79653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1796142"/>
            <a:ext cx="4109357" cy="43923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82316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4EA9E-CFF3-5C7E-6796-E236610FE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2C1A55-EF36-11C1-2B98-FA0E104AFF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36682" y="938894"/>
            <a:ext cx="11805638" cy="52983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906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A73CA3-1F12-C0BE-70B4-D2C500C835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71907" y="236764"/>
            <a:ext cx="2628900" cy="59401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CE5EC-111E-A7B6-9C4F-84BB3E11F9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236764"/>
            <a:ext cx="8322129" cy="59401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998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85CC6E-D189-3F1F-BE91-CF792F138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787" y="63049"/>
            <a:ext cx="11307534" cy="7321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335C-D843-98AD-980A-1E8649D9A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6682" y="977710"/>
            <a:ext cx="11805638" cy="52595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  <a:endParaRPr lang="en-IN" dirty="0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4BA0F9B3-C814-4A90-8497-5B038801DDBE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236682" y="6396371"/>
            <a:ext cx="2913891" cy="331522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0805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080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805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805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805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0" hangingPunct="0">
              <a:defRPr/>
            </a:pPr>
            <a:r>
              <a:rPr lang="en-US" altLang="en-US"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itchFamily="34" charset="0"/>
                <a:cs typeface="Calibri" panose="020F0502020204030204" pitchFamily="34" charset="0"/>
              </a:rPr>
              <a:t>© 2025 Aithent Inc.  All Rights Reserved.</a:t>
            </a:r>
            <a:endParaRPr lang="en-US" altLang="en-US" sz="1200" b="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48C77BE-9211-8AB8-C3DB-3823C9045CDB}"/>
              </a:ext>
            </a:extLst>
          </p:cNvPr>
          <p:cNvGrpSpPr/>
          <p:nvPr userDrawn="1"/>
        </p:nvGrpSpPr>
        <p:grpSpPr>
          <a:xfrm>
            <a:off x="11489236" y="6357112"/>
            <a:ext cx="601451" cy="383124"/>
            <a:chOff x="11521892" y="6357112"/>
            <a:chExt cx="601451" cy="383124"/>
          </a:xfrm>
        </p:grpSpPr>
        <p:sp>
          <p:nvSpPr>
            <p:cNvPr id="17" name="Google Shape;77;p21">
              <a:extLst>
                <a:ext uri="{FF2B5EF4-FFF2-40B4-BE49-F238E27FC236}">
                  <a16:creationId xmlns:a16="http://schemas.microsoft.com/office/drawing/2014/main" id="{FC757DF1-C4DA-7EDF-6D48-2911ADBAA2E9}"/>
                </a:ext>
              </a:extLst>
            </p:cNvPr>
            <p:cNvSpPr/>
            <p:nvPr userDrawn="1"/>
          </p:nvSpPr>
          <p:spPr>
            <a:xfrm rot="2700000">
              <a:off x="11631056" y="6349770"/>
              <a:ext cx="383124" cy="397808"/>
            </a:xfrm>
            <a:prstGeom prst="flowChartAlternateProcess">
              <a:avLst/>
            </a:prstGeom>
            <a:gradFill flip="none" rotWithShape="1">
              <a:gsLst>
                <a:gs pos="0">
                  <a:srgbClr val="AA2F2E"/>
                </a:gs>
                <a:gs pos="32000">
                  <a:srgbClr val="C00000"/>
                </a:gs>
                <a:gs pos="100000">
                  <a:srgbClr val="3B1660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533400" dist="241300" dir="5400000" algn="t" rotWithShape="0">
                <a:srgbClr val="000000">
                  <a:alpha val="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IN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4519CF1-5CE7-9C95-592F-A39523E9A2A1}"/>
                </a:ext>
              </a:extLst>
            </p:cNvPr>
            <p:cNvSpPr txBox="1"/>
            <p:nvPr userDrawn="1"/>
          </p:nvSpPr>
          <p:spPr>
            <a:xfrm>
              <a:off x="11521892" y="6389590"/>
              <a:ext cx="60145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fld id="{90B17A53-B51B-4487-867F-1C83F1AD35A1}" type="slidenum">
                <a:rPr lang="en-US" altLang="en-US" sz="1400" smtClean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pPr algn="ctr"/>
                <a:t>‹#›</a:t>
              </a:fld>
              <a:endParaRPr lang="en-IN" sz="1400" dirty="0">
                <a:solidFill>
                  <a:schemeClr val="bg1"/>
                </a:solidFill>
              </a:endParaRPr>
            </a:p>
          </p:txBody>
        </p:sp>
      </p:grpSp>
      <p:sp>
        <p:nvSpPr>
          <p:cNvPr id="6" name="Google Shape;77;p21">
            <a:extLst>
              <a:ext uri="{FF2B5EF4-FFF2-40B4-BE49-F238E27FC236}">
                <a16:creationId xmlns:a16="http://schemas.microsoft.com/office/drawing/2014/main" id="{6899AEEC-E932-5218-9D76-93C60D844552}"/>
              </a:ext>
            </a:extLst>
          </p:cNvPr>
          <p:cNvSpPr/>
          <p:nvPr userDrawn="1"/>
        </p:nvSpPr>
        <p:spPr>
          <a:xfrm rot="2700000">
            <a:off x="157021" y="129720"/>
            <a:ext cx="383124" cy="397808"/>
          </a:xfrm>
          <a:prstGeom prst="flowChartAlternateProcess">
            <a:avLst/>
          </a:prstGeom>
          <a:gradFill flip="none" rotWithShape="1">
            <a:gsLst>
              <a:gs pos="0">
                <a:srgbClr val="B63229"/>
              </a:gs>
              <a:gs pos="32000">
                <a:srgbClr val="B63229"/>
              </a:gs>
              <a:gs pos="100000">
                <a:srgbClr val="C00000"/>
              </a:gs>
            </a:gsLst>
            <a:lin ang="2700000" scaled="1"/>
            <a:tileRect/>
          </a:gra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77;p21">
            <a:extLst>
              <a:ext uri="{FF2B5EF4-FFF2-40B4-BE49-F238E27FC236}">
                <a16:creationId xmlns:a16="http://schemas.microsoft.com/office/drawing/2014/main" id="{24004FB9-6440-A0FE-8A3F-38EB25AA2739}"/>
              </a:ext>
            </a:extLst>
          </p:cNvPr>
          <p:cNvSpPr/>
          <p:nvPr userDrawn="1"/>
        </p:nvSpPr>
        <p:spPr>
          <a:xfrm rot="2700000">
            <a:off x="159517" y="207305"/>
            <a:ext cx="383124" cy="397808"/>
          </a:xfrm>
          <a:prstGeom prst="flowChartAlternateProcess">
            <a:avLst/>
          </a:prstGeom>
          <a:pattFill prst="pct20">
            <a:fgClr>
              <a:srgbClr val="3B1660"/>
            </a:fgClr>
            <a:bgClr>
              <a:schemeClr val="bg1"/>
            </a:bgClr>
          </a:patt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77;p21">
            <a:extLst>
              <a:ext uri="{FF2B5EF4-FFF2-40B4-BE49-F238E27FC236}">
                <a16:creationId xmlns:a16="http://schemas.microsoft.com/office/drawing/2014/main" id="{0BB78467-495A-1482-BF12-99BBE53E54F3}"/>
              </a:ext>
            </a:extLst>
          </p:cNvPr>
          <p:cNvSpPr/>
          <p:nvPr userDrawn="1"/>
        </p:nvSpPr>
        <p:spPr>
          <a:xfrm rot="2700000">
            <a:off x="162012" y="284889"/>
            <a:ext cx="383124" cy="397808"/>
          </a:xfrm>
          <a:prstGeom prst="flowChartAlternateProcess">
            <a:avLst/>
          </a:prstGeom>
          <a:gradFill flip="none" rotWithShape="1">
            <a:gsLst>
              <a:gs pos="0">
                <a:srgbClr val="AA2F2E"/>
              </a:gs>
              <a:gs pos="32000">
                <a:srgbClr val="C00000"/>
              </a:gs>
              <a:gs pos="100000">
                <a:srgbClr val="3B1660"/>
              </a:gs>
            </a:gsLst>
            <a:lin ang="2700000" scaled="1"/>
            <a:tileRect/>
          </a:gra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C168D2-86AE-FEF1-AD62-48207FD4A8DF}"/>
              </a:ext>
            </a:extLst>
          </p:cNvPr>
          <p:cNvSpPr txBox="1"/>
          <p:nvPr userDrawn="1"/>
        </p:nvSpPr>
        <p:spPr>
          <a:xfrm>
            <a:off x="8662307" y="6251090"/>
            <a:ext cx="24920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tx1">
                    <a:alpha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INTERNAL</a:t>
            </a:r>
            <a:endParaRPr lang="en-IN" sz="3200" dirty="0">
              <a:solidFill>
                <a:schemeClr val="tx1">
                  <a:alpha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020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93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D5805-D095-D004-A6E7-43F8C44A19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4EE20F-B475-DD54-38F9-1190857AC8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Presentation Subtitle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48F2A28-8D5D-C03D-B4B6-3D275971359B}"/>
              </a:ext>
            </a:extLst>
          </p:cNvPr>
          <p:cNvSpPr txBox="1">
            <a:spLocks/>
          </p:cNvSpPr>
          <p:nvPr/>
        </p:nvSpPr>
        <p:spPr>
          <a:xfrm>
            <a:off x="416426" y="5547549"/>
            <a:ext cx="4207888" cy="83280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ourier New" panose="02070309020205020404" pitchFamily="49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ourier New" panose="02070309020205020404" pitchFamily="49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by: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Date: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C9DD06-95C0-8127-B57E-4ADDC3C3F6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1189" y="294886"/>
            <a:ext cx="1800000" cy="65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581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4E22B-8784-1C4F-B569-6EA23A426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Lorem ipsum </a:t>
            </a:r>
            <a:r>
              <a:rPr lang="en-IN" dirty="0" err="1"/>
              <a:t>dolor</a:t>
            </a:r>
            <a:r>
              <a:rPr lang="en-IN" dirty="0"/>
              <a:t> sit </a:t>
            </a:r>
            <a:r>
              <a:rPr lang="en-IN" dirty="0" err="1"/>
              <a:t>amet</a:t>
            </a:r>
            <a:r>
              <a:rPr lang="en-IN" dirty="0"/>
              <a:t> </a:t>
            </a:r>
            <a:r>
              <a:rPr lang="en-IN" dirty="0" err="1"/>
              <a:t>vehicula</a:t>
            </a:r>
            <a:r>
              <a:rPr lang="en-IN" dirty="0"/>
              <a:t> </a:t>
            </a:r>
            <a:r>
              <a:rPr lang="en-IN" dirty="0" err="1"/>
              <a:t>consectetur</a:t>
            </a:r>
            <a:r>
              <a:rPr lang="en-IN" dirty="0"/>
              <a:t> </a:t>
            </a:r>
            <a:r>
              <a:rPr lang="en-IN" dirty="0" err="1"/>
              <a:t>felis</a:t>
            </a:r>
            <a:r>
              <a:rPr lang="en-IN" dirty="0"/>
              <a:t>, </a:t>
            </a:r>
            <a:r>
              <a:rPr lang="en-IN" dirty="0" err="1"/>
              <a:t>quis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F13B8-D757-8AB4-2956-6F421B2BF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magna, at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blandit</a:t>
            </a:r>
            <a:r>
              <a:rPr lang="en-US" dirty="0"/>
              <a:t> vel</a:t>
            </a:r>
          </a:p>
          <a:p>
            <a:pPr lvl="1"/>
            <a:r>
              <a:rPr lang="en-US" dirty="0"/>
              <a:t>Sed lacinia</a:t>
            </a:r>
          </a:p>
          <a:p>
            <a:pPr lvl="2"/>
            <a:r>
              <a:rPr lang="en-US" dirty="0"/>
              <a:t>Lacus id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viverra</a:t>
            </a:r>
            <a:endParaRPr lang="en-US" dirty="0"/>
          </a:p>
          <a:p>
            <a:pPr lvl="3"/>
            <a:r>
              <a:rPr lang="en-US" dirty="0"/>
              <a:t>Libero magna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loreut</a:t>
            </a:r>
            <a:endParaRPr lang="en-US" dirty="0"/>
          </a:p>
          <a:p>
            <a:pPr lvl="4"/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sapien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libero. </a:t>
            </a:r>
          </a:p>
          <a:p>
            <a:pPr lvl="1"/>
            <a:r>
              <a:rPr lang="en-US" dirty="0"/>
              <a:t>Proin at gravida </a:t>
            </a:r>
            <a:r>
              <a:rPr lang="en-US" dirty="0" err="1"/>
              <a:t>sem</a:t>
            </a:r>
            <a:endParaRPr lang="en-US" dirty="0"/>
          </a:p>
          <a:p>
            <a:pPr lvl="1"/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erat</a:t>
            </a:r>
            <a:endParaRPr lang="en-US" dirty="0"/>
          </a:p>
          <a:p>
            <a:pPr lvl="1"/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ne</a:t>
            </a:r>
          </a:p>
          <a:p>
            <a:pPr lvl="2"/>
            <a:r>
              <a:rPr lang="en-US" dirty="0"/>
              <a:t>Maecenas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dui,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condimentum</a:t>
            </a:r>
            <a:r>
              <a:rPr lang="en-US" dirty="0"/>
              <a:t> ante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</a:t>
            </a:r>
          </a:p>
          <a:p>
            <a:pPr lvl="3"/>
            <a:r>
              <a:rPr lang="en-US" dirty="0" err="1"/>
              <a:t>Vivamus</a:t>
            </a:r>
            <a:r>
              <a:rPr lang="en-US" dirty="0"/>
              <a:t> nec </a:t>
            </a:r>
            <a:r>
              <a:rPr lang="en-US" dirty="0" err="1"/>
              <a:t>lectus</a:t>
            </a:r>
            <a:r>
              <a:rPr lang="en-US" dirty="0"/>
              <a:t> sed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sed et libero</a:t>
            </a:r>
          </a:p>
          <a:p>
            <a:pPr lvl="4"/>
            <a:r>
              <a:rPr lang="en-US" dirty="0" err="1"/>
              <a:t>Nullam</a:t>
            </a:r>
            <a:r>
              <a:rPr lang="en-US" dirty="0"/>
              <a:t> non ligula </a:t>
            </a:r>
            <a:r>
              <a:rPr lang="en-US" dirty="0" err="1"/>
              <a:t>tortor</a:t>
            </a:r>
            <a:r>
              <a:rPr lang="en-US" dirty="0"/>
              <a:t>. Sed </a:t>
            </a:r>
            <a:r>
              <a:rPr lang="en-US" dirty="0" err="1"/>
              <a:t>iaculis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</a:p>
          <a:p>
            <a:pPr lvl="4"/>
            <a:r>
              <a:rPr lang="en-US" dirty="0" err="1"/>
              <a:t>Utpretium</a:t>
            </a:r>
            <a:r>
              <a:rPr lang="en-US" dirty="0"/>
              <a:t> id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aliquet</a:t>
            </a:r>
            <a:endParaRPr lang="en-US" dirty="0"/>
          </a:p>
          <a:p>
            <a:pPr lvl="5"/>
            <a:r>
              <a:rPr lang="en-US" dirty="0"/>
              <a:t>Integer </a:t>
            </a:r>
            <a:r>
              <a:rPr lang="en-US" dirty="0" err="1"/>
              <a:t>acvulputate</a:t>
            </a:r>
            <a:r>
              <a:rPr lang="en-US" dirty="0"/>
              <a:t> lorem</a:t>
            </a:r>
          </a:p>
          <a:p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justo</a:t>
            </a:r>
            <a:endParaRPr lang="en-US" dirty="0"/>
          </a:p>
          <a:p>
            <a:r>
              <a:rPr lang="en-US" dirty="0" err="1"/>
              <a:t>Nullam</a:t>
            </a:r>
            <a:r>
              <a:rPr lang="en-US" dirty="0"/>
              <a:t> tempus dolor at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finibus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1573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4B5AE-3D63-9608-977E-91D441524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 </a:t>
            </a:r>
            <a:r>
              <a:rPr lang="en-IN" dirty="0">
                <a:sym typeface="Wingdings" panose="05000000000000000000" pitchFamily="2" charset="2"/>
              </a:rPr>
              <a:t>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0336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</TotalTime>
  <Words>112</Words>
  <Application>Microsoft Office PowerPoint</Application>
  <PresentationFormat>Widescreen</PresentationFormat>
  <Paragraphs>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Wingdings</vt:lpstr>
      <vt:lpstr>Office Theme</vt:lpstr>
      <vt:lpstr>Presentation Title</vt:lpstr>
      <vt:lpstr>Lorem ipsum dolor sit amet vehicula consectetur felis, quis </vt:lpstr>
      <vt:lpstr>Thank You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Lavanya Thangadurai</dc:creator>
  <cp:lastModifiedBy>Lavanya Thangadurai</cp:lastModifiedBy>
  <cp:revision>40</cp:revision>
  <dcterms:created xsi:type="dcterms:W3CDTF">2024-12-16T10:26:28Z</dcterms:created>
  <dcterms:modified xsi:type="dcterms:W3CDTF">2025-01-02T13:36:28Z</dcterms:modified>
</cp:coreProperties>
</file>