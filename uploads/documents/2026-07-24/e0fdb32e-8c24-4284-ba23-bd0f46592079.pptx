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5F2D"/>
    <a:srgbClr val="FBC202"/>
    <a:srgbClr val="FDC513"/>
    <a:srgbClr val="ECD840"/>
    <a:srgbClr val="EF6443"/>
    <a:srgbClr val="BC3B2D"/>
    <a:srgbClr val="ED5433"/>
    <a:srgbClr val="EFDE5D"/>
    <a:srgbClr val="EE5832"/>
    <a:srgbClr val="F17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43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8B69-78E3-4FE1-BF8B-10C5E26B2B3D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10144-6CB1-472D-BEA1-97504520D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95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10144-6CB1-472D-BEA1-97504520D15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7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AE78-BBA2-4EAF-BF3E-64D4A23F1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9004" y="1293573"/>
            <a:ext cx="5114358" cy="2013154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rgbClr val="BC3B2D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4CD86-4229-4F8B-B949-823C0F384E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7806" y="3807910"/>
            <a:ext cx="5114358" cy="832802"/>
          </a:xfrm>
          <a:noFill/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styled</a:t>
            </a:r>
            <a:endParaRPr lang="en-IN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DB9206FD-6DD5-4293-8685-FB0A7D6B98AD}"/>
              </a:ext>
            </a:extLst>
          </p:cNvPr>
          <p:cNvSpPr/>
          <p:nvPr userDrawn="1"/>
        </p:nvSpPr>
        <p:spPr>
          <a:xfrm rot="16200000">
            <a:off x="31137" y="696003"/>
            <a:ext cx="4386220" cy="3781228"/>
          </a:xfrm>
          <a:prstGeom prst="triangle">
            <a:avLst/>
          </a:prstGeom>
          <a:pattFill prst="ltHorz">
            <a:fgClr>
              <a:srgbClr val="EFDE5D"/>
            </a:fgClr>
            <a:bgClr>
              <a:schemeClr val="bg1"/>
            </a:bgClr>
          </a:patt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612000" bIns="468000" rtlCol="0" anchor="ctr"/>
          <a:lstStyle/>
          <a:p>
            <a:pPr algn="ctr"/>
            <a:endParaRPr lang="en-IN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9E32703B-BB7F-4006-BE8B-43B9730288F5}"/>
              </a:ext>
            </a:extLst>
          </p:cNvPr>
          <p:cNvSpPr/>
          <p:nvPr userDrawn="1"/>
        </p:nvSpPr>
        <p:spPr>
          <a:xfrm rot="5400000">
            <a:off x="3160881" y="1526480"/>
            <a:ext cx="3152536" cy="2717702"/>
          </a:xfrm>
          <a:prstGeom prst="triangle">
            <a:avLst/>
          </a:prstGeom>
          <a:gradFill>
            <a:gsLst>
              <a:gs pos="0">
                <a:srgbClr val="EFDE5D"/>
              </a:gs>
              <a:gs pos="100000">
                <a:srgbClr val="F6A704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4F58E8C4-FDE6-43F5-BB47-44421B6C9AC5}"/>
              </a:ext>
            </a:extLst>
          </p:cNvPr>
          <p:cNvSpPr/>
          <p:nvPr userDrawn="1"/>
        </p:nvSpPr>
        <p:spPr>
          <a:xfrm rot="16200000">
            <a:off x="268606" y="2873451"/>
            <a:ext cx="3152538" cy="2717708"/>
          </a:xfrm>
          <a:prstGeom prst="triangle">
            <a:avLst/>
          </a:prstGeom>
          <a:gradFill>
            <a:gsLst>
              <a:gs pos="0">
                <a:srgbClr val="F1784D"/>
              </a:gs>
              <a:gs pos="100000">
                <a:srgbClr val="BC3B2D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810212ED-0E93-4B4B-A8B2-BEFAF4FE02CB}"/>
              </a:ext>
            </a:extLst>
          </p:cNvPr>
          <p:cNvSpPr/>
          <p:nvPr userDrawn="1"/>
        </p:nvSpPr>
        <p:spPr>
          <a:xfrm rot="5400000">
            <a:off x="1618518" y="2577250"/>
            <a:ext cx="870790" cy="750684"/>
          </a:xfrm>
          <a:prstGeom prst="triangle">
            <a:avLst/>
          </a:prstGeom>
          <a:gradFill>
            <a:gsLst>
              <a:gs pos="0">
                <a:srgbClr val="F1784D"/>
              </a:gs>
              <a:gs pos="100000">
                <a:srgbClr val="BC3B2D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20E61D8-4745-4742-AB60-EBCB172CACE1}"/>
              </a:ext>
            </a:extLst>
          </p:cNvPr>
          <p:cNvSpPr/>
          <p:nvPr userDrawn="1"/>
        </p:nvSpPr>
        <p:spPr>
          <a:xfrm rot="5400000">
            <a:off x="1368238" y="4385085"/>
            <a:ext cx="1712018" cy="1475884"/>
          </a:xfrm>
          <a:prstGeom prst="triangle">
            <a:avLst/>
          </a:prstGeom>
          <a:gradFill>
            <a:gsLst>
              <a:gs pos="0">
                <a:srgbClr val="EFDE5D"/>
              </a:gs>
              <a:gs pos="100000">
                <a:srgbClr val="F6A704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F2461-0401-4505-942C-DCA659C89E52}"/>
              </a:ext>
            </a:extLst>
          </p:cNvPr>
          <p:cNvSpPr/>
          <p:nvPr userDrawn="1"/>
        </p:nvSpPr>
        <p:spPr>
          <a:xfrm>
            <a:off x="10494335" y="0"/>
            <a:ext cx="1697665" cy="637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84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4689-B9DD-4CB9-A2C4-D9589522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54C8-1BA9-4207-897A-C05E8BAFBB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9207" y="1512000"/>
            <a:ext cx="11271803" cy="4351338"/>
          </a:xfrm>
        </p:spPr>
        <p:txBody>
          <a:bodyPr lIns="90000"/>
          <a:lstStyle>
            <a:lvl1pPr marL="228600" indent="-228600">
              <a:buSzPct val="80000"/>
              <a:buFont typeface="Courier New" panose="02070309020205020404" pitchFamily="49" charset="0"/>
              <a:buChar char="o"/>
              <a:defRPr b="0">
                <a:latin typeface="+mj-lt"/>
              </a:defRPr>
            </a:lvl1pPr>
            <a:lvl2pPr marL="685800" indent="-228600">
              <a:buFont typeface="Arial" panose="020B0604020202020204" pitchFamily="34" charset="0"/>
              <a:buChar char="•"/>
              <a:defRPr b="0">
                <a:latin typeface="+mj-lt"/>
              </a:defRPr>
            </a:lvl2pPr>
            <a:lvl3pPr marL="1143000" indent="-228600">
              <a:buFont typeface="Wingdings" panose="05000000000000000000" pitchFamily="2" charset="2"/>
              <a:buChar char="Ø"/>
              <a:defRPr sz="1800" b="0">
                <a:latin typeface="+mj-lt"/>
              </a:defRPr>
            </a:lvl3pPr>
            <a:lvl4pPr>
              <a:defRPr sz="1800" b="0">
                <a:latin typeface="+mj-lt"/>
              </a:defRPr>
            </a:lvl4pPr>
            <a:lvl5pPr>
              <a:defRPr sz="1800" b="0">
                <a:latin typeface="+mj-lt"/>
              </a:defRPr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B480E-10BE-470C-AD20-A69AFE45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259AD-9926-458D-96D6-1C2FC351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60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1425AF-24A3-4971-BD4A-9F34E325EAD5}"/>
              </a:ext>
            </a:extLst>
          </p:cNvPr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gradFill>
            <a:gsLst>
              <a:gs pos="0">
                <a:srgbClr val="F1784D"/>
              </a:gs>
              <a:gs pos="100000">
                <a:srgbClr val="BC3B2D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2EC7D-E649-447D-B150-CD04F8CEA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0" y="1709738"/>
            <a:ext cx="688975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0FCF2-B914-4FAE-8882-A791F292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7700" y="4589463"/>
            <a:ext cx="68897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FA64A-E7A9-4A4B-B17E-D315C4AC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83A7-AF85-49EC-9F5D-55C5021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82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B6A9-B980-4548-B476-86DB4459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8A5E5-4F6A-4D3D-A334-F974CAA4A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207" y="1825625"/>
            <a:ext cx="588059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A89DF-BAB6-4609-97C9-B885CD94C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302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29740-671C-45DC-AB8F-1CABE421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EB51A-7956-4556-BBCC-F7610D70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88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95736-E244-463A-B22C-5CADCD458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06" y="1681163"/>
            <a:ext cx="58583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3BE6D-32B4-4393-8C8B-A6EECCC9D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9207" y="2505075"/>
            <a:ext cx="585836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4F6B7-136F-40BF-B843-53B435140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64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85AB3-B511-4B2D-9EA6-FAC1C4CE2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664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A5E2C-7718-44B3-8459-DD86E763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92128-5147-459E-ABD3-CEC0D785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7BBC9F4-020F-4B9F-B5BB-BAE3DC5A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56515"/>
            <a:ext cx="1159940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4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A01F-35A1-4A51-B22A-5040860D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425EF-7135-4D96-A9DC-FD466170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FC488-DABD-463E-A2D3-40450CDE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43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9FD56-848E-4DE0-BECC-E1E9A184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46295-5FC0-4FE6-885E-FC04A2DD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CDA38-11CC-4E4D-911E-FF39A3CB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9610" y="6356350"/>
            <a:ext cx="3227070" cy="365125"/>
          </a:xfrm>
          <a:prstGeom prst="rect">
            <a:avLst/>
          </a:prstGeom>
        </p:spPr>
        <p:txBody>
          <a:bodyPr/>
          <a:lstStyle/>
          <a:p>
            <a:fld id="{4DF4A454-7452-459D-B4D2-4B61A2BA7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2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60F2-3F73-4FF4-B44F-BE5206CC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457200"/>
            <a:ext cx="4632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8063-22C6-4EF5-ACC5-AE3A2721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CE716-1DE2-4766-A672-7011BCEE3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206" y="2057400"/>
            <a:ext cx="46328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35D81-F0BA-470C-A7AD-35B28CB1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32249-EFEA-4611-8335-0A680532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0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60C2-B89D-49A7-AC94-CC7515EA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7" y="457200"/>
            <a:ext cx="46328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AC59B-AE48-416F-9BA0-C969AF52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619C3-448C-4B84-A899-8956994C4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206" y="2057400"/>
            <a:ext cx="46328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0AD0C-C150-4B62-9931-3F333B4F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B1207-E608-49BF-A314-06949D66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29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EA84-7B62-4459-A3DC-685C0AEF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5D17A-F89A-4926-9A6B-A34ADBA6A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97425-F6A8-4405-835C-9E2AC33E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152B5-B02F-429E-AAAB-2A47DBBD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13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8A1DC-136A-47AF-94CE-8BC3D34F6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81666-D138-4819-A0AC-59D1E8017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9207" y="365125"/>
            <a:ext cx="843329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31FA1-2B8D-4296-A0FA-4787A931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0EF740-7083-4F51-B949-51FE82D27801}" type="datetimeFigureOut">
              <a:rPr lang="en-IN" smtClean="0"/>
              <a:t>28-01-2022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57E4C-6FD5-4242-AB3E-FE953965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394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27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40F8993-B2C8-4CA9-BEAC-6E8A3734A4B1}"/>
              </a:ext>
            </a:extLst>
          </p:cNvPr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gradFill>
            <a:gsLst>
              <a:gs pos="0">
                <a:srgbClr val="F1784D"/>
              </a:gs>
              <a:gs pos="100000">
                <a:srgbClr val="BC3B2D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EA7E7-D3F7-4E99-BC6B-B8CB61C3B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8" y="61594"/>
            <a:ext cx="10854857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0CD40-A00D-454C-B2A0-B8E7C0CE2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207" y="1496059"/>
            <a:ext cx="1135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9BE5CFD-5C8C-4E84-B5FF-E26EB3C54A25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938261" y="6480810"/>
            <a:ext cx="2987040" cy="4027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716" tIns="45358" rIns="90716" bIns="45358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0" hangingPunct="0">
              <a:defRPr/>
            </a:pPr>
            <a:r>
              <a:rPr lang="en-US" altLang="en-US" sz="1300" dirty="0">
                <a:solidFill>
                  <a:schemeClr val="bg1"/>
                </a:solidFill>
                <a:latin typeface="+mn-lt"/>
                <a:ea typeface="Calibri" pitchFamily="34" charset="0"/>
                <a:cs typeface="Calibri" pitchFamily="34" charset="0"/>
              </a:rPr>
              <a:t>© 2022 Aithent Inc.  All Rights Reserved. </a:t>
            </a:r>
            <a:r>
              <a:rPr lang="en-IN" sz="1300" dirty="0">
                <a:solidFill>
                  <a:schemeClr val="bg1"/>
                </a:solidFill>
                <a:latin typeface="+mn-lt"/>
              </a:rPr>
              <a:t>| </a:t>
            </a:r>
            <a:fld id="{90B17A53-B51B-4487-867F-1C83F1AD35A1}" type="slidenum">
              <a:rPr lang="en-US" altLang="en-US" sz="1300" smtClean="0">
                <a:solidFill>
                  <a:schemeClr val="bg1"/>
                </a:solidFill>
                <a:latin typeface="+mn-lt"/>
              </a:rPr>
              <a:pPr algn="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698D0-1885-42F9-B3E9-CC2F55FC04A3}"/>
              </a:ext>
            </a:extLst>
          </p:cNvPr>
          <p:cNvSpPr txBox="1"/>
          <p:nvPr userDrawn="1"/>
        </p:nvSpPr>
        <p:spPr>
          <a:xfrm>
            <a:off x="10955556" y="118744"/>
            <a:ext cx="12250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INTERNAL</a:t>
            </a:r>
            <a:endParaRPr lang="en-IN" sz="20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6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BC3B2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086C-E1D1-48A7-9D57-ABEE01271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pPr algn="l"/>
            <a:r>
              <a:rPr lang="en-IN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63C7F-212B-4879-BBD7-64D0ADC05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Presentation Sub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C6C15-39ED-48EC-BB15-9AEE59E28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417" y="196272"/>
            <a:ext cx="1992775" cy="75199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1438EB6-E139-4AC7-9195-B61E8E3E61B8}"/>
              </a:ext>
            </a:extLst>
          </p:cNvPr>
          <p:cNvSpPr txBox="1">
            <a:spLocks/>
          </p:cNvSpPr>
          <p:nvPr/>
        </p:nvSpPr>
        <p:spPr>
          <a:xfrm>
            <a:off x="6370711" y="5459502"/>
            <a:ext cx="5114358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Presented by: </a:t>
            </a:r>
          </a:p>
          <a:p>
            <a:r>
              <a:rPr lang="en-US" sz="1800" dirty="0"/>
              <a:t>Date: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3254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FA50-D256-4390-95F7-742CB066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00D1-3349-4CF3-83E9-D3AE374F7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Aithent</a:t>
            </a:r>
          </a:p>
          <a:p>
            <a:r>
              <a:rPr lang="en-US" dirty="0"/>
              <a:t>Case Management</a:t>
            </a:r>
          </a:p>
          <a:p>
            <a:r>
              <a:rPr lang="en-US" dirty="0"/>
              <a:t>Aithent Fraud Manager</a:t>
            </a:r>
          </a:p>
          <a:p>
            <a:r>
              <a:rPr lang="en-US" dirty="0"/>
              <a:t>AFM – Banking Data Analytics  and Approach</a:t>
            </a:r>
          </a:p>
          <a:p>
            <a:r>
              <a:rPr lang="en-US" dirty="0"/>
              <a:t>Some screen shots from application</a:t>
            </a:r>
          </a:p>
        </p:txBody>
      </p:sp>
    </p:spTree>
    <p:extLst>
      <p:ext uri="{BB962C8B-B14F-4D97-AF65-F5344CB8AC3E}">
        <p14:creationId xmlns:p14="http://schemas.microsoft.com/office/powerpoint/2010/main" val="309843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401C-B1A4-4E76-88C7-9EEBFB14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586CD-71D2-44B4-AB83-C7A50AEF9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Creates high-value solutions for the information management needs of financial services, government, healthcare and insurance organizations</a:t>
            </a:r>
          </a:p>
          <a:p>
            <a:r>
              <a:rPr lang="en-US" dirty="0"/>
              <a:t>Since 1992, has advanced customers’ operational efficiency and business performance by developing and applying technology in uniquely effective ways.</a:t>
            </a:r>
          </a:p>
          <a:p>
            <a:pPr lvl="1"/>
            <a:r>
              <a:rPr lang="en-US" dirty="0"/>
              <a:t>Offering analytics since 1992</a:t>
            </a:r>
          </a:p>
          <a:p>
            <a:pPr lvl="1"/>
            <a:r>
              <a:rPr lang="en-US" dirty="0"/>
              <a:t>Offering case management, fraud management &amp; control solutions since 1998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30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F04762-6F55-4410-A686-9106654AF3F3}"/>
              </a:ext>
            </a:extLst>
          </p:cNvPr>
          <p:cNvCxnSpPr/>
          <p:nvPr/>
        </p:nvCxnSpPr>
        <p:spPr>
          <a:xfrm flipV="1">
            <a:off x="7368540" y="2762250"/>
            <a:ext cx="0" cy="936000"/>
          </a:xfrm>
          <a:prstGeom prst="line">
            <a:avLst/>
          </a:prstGeom>
          <a:ln>
            <a:solidFill>
              <a:srgbClr val="6867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FA5712-6113-4F73-A178-13506F6BB361}"/>
              </a:ext>
            </a:extLst>
          </p:cNvPr>
          <p:cNvCxnSpPr/>
          <p:nvPr/>
        </p:nvCxnSpPr>
        <p:spPr>
          <a:xfrm flipV="1">
            <a:off x="9646920" y="2827020"/>
            <a:ext cx="0" cy="936000"/>
          </a:xfrm>
          <a:prstGeom prst="line">
            <a:avLst/>
          </a:prstGeom>
          <a:ln>
            <a:solidFill>
              <a:srgbClr val="6867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C907CA-855B-408B-949E-58FA2A8FF32B}"/>
              </a:ext>
            </a:extLst>
          </p:cNvPr>
          <p:cNvCxnSpPr/>
          <p:nvPr/>
        </p:nvCxnSpPr>
        <p:spPr>
          <a:xfrm flipV="1">
            <a:off x="2800350" y="2891790"/>
            <a:ext cx="0" cy="936000"/>
          </a:xfrm>
          <a:prstGeom prst="line">
            <a:avLst/>
          </a:prstGeom>
          <a:ln>
            <a:solidFill>
              <a:srgbClr val="6867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9E2887-BC51-4B1F-B7BE-EDA806B17396}"/>
              </a:ext>
            </a:extLst>
          </p:cNvPr>
          <p:cNvCxnSpPr/>
          <p:nvPr/>
        </p:nvCxnSpPr>
        <p:spPr>
          <a:xfrm>
            <a:off x="1474470" y="2468880"/>
            <a:ext cx="9749790" cy="0"/>
          </a:xfrm>
          <a:prstGeom prst="line">
            <a:avLst/>
          </a:prstGeom>
          <a:ln>
            <a:solidFill>
              <a:srgbClr val="6867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1B25E56-984C-4524-853A-958D8516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Title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F8737EBC-10B4-4C23-B966-791A010CFA07}"/>
              </a:ext>
            </a:extLst>
          </p:cNvPr>
          <p:cNvSpPr/>
          <p:nvPr/>
        </p:nvSpPr>
        <p:spPr>
          <a:xfrm>
            <a:off x="2343150" y="2068830"/>
            <a:ext cx="937260" cy="822960"/>
          </a:xfrm>
          <a:prstGeom prst="hexagon">
            <a:avLst/>
          </a:prstGeom>
          <a:solidFill>
            <a:srgbClr val="BC3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4651DC85-3C74-4911-AFA3-FD37C224FD34}"/>
              </a:ext>
            </a:extLst>
          </p:cNvPr>
          <p:cNvSpPr/>
          <p:nvPr/>
        </p:nvSpPr>
        <p:spPr>
          <a:xfrm>
            <a:off x="4621530" y="2068830"/>
            <a:ext cx="937260" cy="822960"/>
          </a:xfrm>
          <a:prstGeom prst="hexagon">
            <a:avLst/>
          </a:prstGeom>
          <a:solidFill>
            <a:srgbClr val="ED54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CC901A0D-2A40-4518-A756-56B3DAF33563}"/>
              </a:ext>
            </a:extLst>
          </p:cNvPr>
          <p:cNvSpPr/>
          <p:nvPr/>
        </p:nvSpPr>
        <p:spPr>
          <a:xfrm>
            <a:off x="6899910" y="2068830"/>
            <a:ext cx="937260" cy="822960"/>
          </a:xfrm>
          <a:prstGeom prst="hexagon">
            <a:avLst/>
          </a:prstGeom>
          <a:solidFill>
            <a:srgbClr val="ECD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5C41C27B-1EAE-4857-8B9C-038A90D0812C}"/>
              </a:ext>
            </a:extLst>
          </p:cNvPr>
          <p:cNvSpPr/>
          <p:nvPr/>
        </p:nvSpPr>
        <p:spPr>
          <a:xfrm>
            <a:off x="9178290" y="2068830"/>
            <a:ext cx="937260" cy="822960"/>
          </a:xfrm>
          <a:prstGeom prst="hexagon">
            <a:avLst/>
          </a:prstGeom>
          <a:solidFill>
            <a:srgbClr val="ECD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6FA8C9-2BCD-4144-B709-A9D5B0AD152D}"/>
              </a:ext>
            </a:extLst>
          </p:cNvPr>
          <p:cNvSpPr/>
          <p:nvPr/>
        </p:nvSpPr>
        <p:spPr>
          <a:xfrm>
            <a:off x="1870710" y="3863340"/>
            <a:ext cx="1889760" cy="1463037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467F4-EF3D-46CE-AFEE-0CF31F956C05}"/>
              </a:ext>
            </a:extLst>
          </p:cNvPr>
          <p:cNvSpPr/>
          <p:nvPr/>
        </p:nvSpPr>
        <p:spPr>
          <a:xfrm>
            <a:off x="4145280" y="3863340"/>
            <a:ext cx="1889760" cy="1463037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  <a:p>
            <a:pPr algn="ctr"/>
            <a:endParaRPr lang="en-IN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132274-91CB-46DC-9462-F4717D9AC6F1}"/>
              </a:ext>
            </a:extLst>
          </p:cNvPr>
          <p:cNvSpPr/>
          <p:nvPr/>
        </p:nvSpPr>
        <p:spPr>
          <a:xfrm>
            <a:off x="6419850" y="3863340"/>
            <a:ext cx="1889760" cy="1463037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  <a:p>
            <a:pPr algn="ctr"/>
            <a:endParaRPr lang="en-IN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F307A8-26C9-4506-B41B-2D00384C361F}"/>
              </a:ext>
            </a:extLst>
          </p:cNvPr>
          <p:cNvSpPr/>
          <p:nvPr/>
        </p:nvSpPr>
        <p:spPr>
          <a:xfrm>
            <a:off x="8694420" y="3863340"/>
            <a:ext cx="1889760" cy="1463037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N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  <a:p>
            <a:pPr algn="ctr"/>
            <a:endParaRPr lang="en-IN" sz="1200" dirty="0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E6855984-1AE2-4959-A80A-0A3408457A98}"/>
              </a:ext>
            </a:extLst>
          </p:cNvPr>
          <p:cNvSpPr/>
          <p:nvPr/>
        </p:nvSpPr>
        <p:spPr>
          <a:xfrm>
            <a:off x="2598420" y="3691890"/>
            <a:ext cx="420899" cy="369570"/>
          </a:xfrm>
          <a:prstGeom prst="hexagon">
            <a:avLst/>
          </a:prstGeom>
          <a:solidFill>
            <a:srgbClr val="BC3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66179F33-20C7-464B-9436-85FF3AE11DBD}"/>
              </a:ext>
            </a:extLst>
          </p:cNvPr>
          <p:cNvSpPr/>
          <p:nvPr/>
        </p:nvSpPr>
        <p:spPr>
          <a:xfrm>
            <a:off x="4876800" y="3691890"/>
            <a:ext cx="420899" cy="369570"/>
          </a:xfrm>
          <a:prstGeom prst="hexagon">
            <a:avLst/>
          </a:prstGeom>
          <a:solidFill>
            <a:srgbClr val="ED54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46422E19-E010-4843-A1F9-ED9D4FF13F01}"/>
              </a:ext>
            </a:extLst>
          </p:cNvPr>
          <p:cNvSpPr/>
          <p:nvPr/>
        </p:nvSpPr>
        <p:spPr>
          <a:xfrm>
            <a:off x="7166610" y="3691890"/>
            <a:ext cx="420899" cy="369570"/>
          </a:xfrm>
          <a:prstGeom prst="hexagon">
            <a:avLst/>
          </a:prstGeom>
          <a:solidFill>
            <a:srgbClr val="ECD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4F2BF648-B743-4C70-B4F7-4D96F48BC9E9}"/>
              </a:ext>
            </a:extLst>
          </p:cNvPr>
          <p:cNvSpPr/>
          <p:nvPr/>
        </p:nvSpPr>
        <p:spPr>
          <a:xfrm>
            <a:off x="9444990" y="3691890"/>
            <a:ext cx="420899" cy="369570"/>
          </a:xfrm>
          <a:prstGeom prst="hexagon">
            <a:avLst/>
          </a:prstGeom>
          <a:solidFill>
            <a:srgbClr val="ECD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C3A186-A88A-4CDF-9638-39AE7D4E46AF}"/>
              </a:ext>
            </a:extLst>
          </p:cNvPr>
          <p:cNvCxnSpPr/>
          <p:nvPr/>
        </p:nvCxnSpPr>
        <p:spPr>
          <a:xfrm flipV="1">
            <a:off x="5090160" y="2827020"/>
            <a:ext cx="0" cy="936000"/>
          </a:xfrm>
          <a:prstGeom prst="line">
            <a:avLst/>
          </a:prstGeom>
          <a:ln>
            <a:solidFill>
              <a:srgbClr val="68676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Badge 1 with solid fill">
            <a:extLst>
              <a:ext uri="{FF2B5EF4-FFF2-40B4-BE49-F238E27FC236}">
                <a16:creationId xmlns:a16="http://schemas.microsoft.com/office/drawing/2014/main" id="{0E85A787-8674-49CA-9F95-95D006F38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350" y="2221740"/>
            <a:ext cx="540000" cy="540000"/>
          </a:xfrm>
          <a:prstGeom prst="rect">
            <a:avLst/>
          </a:prstGeom>
        </p:spPr>
      </p:pic>
      <p:pic>
        <p:nvPicPr>
          <p:cNvPr id="33" name="Graphic 32" descr="Badge with solid fill">
            <a:extLst>
              <a:ext uri="{FF2B5EF4-FFF2-40B4-BE49-F238E27FC236}">
                <a16:creationId xmlns:a16="http://schemas.microsoft.com/office/drawing/2014/main" id="{FEE8F03C-C4FE-42EE-A7E7-B37AE1CBC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110" y="2210310"/>
            <a:ext cx="540000" cy="540000"/>
          </a:xfrm>
          <a:prstGeom prst="rect">
            <a:avLst/>
          </a:prstGeom>
        </p:spPr>
      </p:pic>
      <p:pic>
        <p:nvPicPr>
          <p:cNvPr id="35" name="Graphic 34" descr="Badge 3 with solid fill">
            <a:extLst>
              <a:ext uri="{FF2B5EF4-FFF2-40B4-BE49-F238E27FC236}">
                <a16:creationId xmlns:a16="http://schemas.microsoft.com/office/drawing/2014/main" id="{4275E85F-DF10-405A-93FF-97E09D0ED3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8062" y="2211646"/>
            <a:ext cx="540000" cy="540000"/>
          </a:xfrm>
          <a:prstGeom prst="rect">
            <a:avLst/>
          </a:prstGeom>
        </p:spPr>
      </p:pic>
      <p:pic>
        <p:nvPicPr>
          <p:cNvPr id="37" name="Graphic 36" descr="Badge 4 with solid fill">
            <a:extLst>
              <a:ext uri="{FF2B5EF4-FFF2-40B4-BE49-F238E27FC236}">
                <a16:creationId xmlns:a16="http://schemas.microsoft.com/office/drawing/2014/main" id="{D6255D87-7D34-408A-880E-4E9A8774BF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85439" y="2210310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4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03D2-2B5E-4895-AE2A-87DA370F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+ Managed Services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6AB98C-543F-4870-A980-E038DE3DF36E}"/>
              </a:ext>
            </a:extLst>
          </p:cNvPr>
          <p:cNvSpPr/>
          <p:nvPr/>
        </p:nvSpPr>
        <p:spPr>
          <a:xfrm>
            <a:off x="1252901" y="1753344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BC3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Fraud Mitigation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Case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Workflow Automation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C82622-5DE5-470D-BF3F-1C5512D3692A}"/>
              </a:ext>
            </a:extLst>
          </p:cNvPr>
          <p:cNvSpPr/>
          <p:nvPr/>
        </p:nvSpPr>
        <p:spPr>
          <a:xfrm>
            <a:off x="2945634" y="1762309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ED54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Dispute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Case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Workflow Automation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Reg-E Compliance</a:t>
            </a:r>
          </a:p>
          <a:p>
            <a:pPr lvl="0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2288B3-3338-4939-BC62-5C4DB8B2732D}"/>
              </a:ext>
            </a:extLst>
          </p:cNvPr>
          <p:cNvSpPr/>
          <p:nvPr/>
        </p:nvSpPr>
        <p:spPr>
          <a:xfrm>
            <a:off x="4637576" y="1762309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EF6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BSA/AML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Suspicious Activity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Transaction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Investigation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Regulatory Reporting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Enhanced Due Diligence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pPr lvl="0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1BA951-E3C9-4580-9D6C-6129627ED430}"/>
              </a:ext>
            </a:extLst>
          </p:cNvPr>
          <p:cNvSpPr/>
          <p:nvPr/>
        </p:nvSpPr>
        <p:spPr>
          <a:xfrm>
            <a:off x="6331101" y="1738576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ECD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Pheme</a:t>
            </a:r>
            <a:endParaRPr lang="en-US" sz="1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Customized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Analytics</a:t>
            </a:r>
            <a:endParaRPr lang="en-US" sz="1800" dirty="0">
              <a:solidFill>
                <a:schemeClr val="bg1"/>
              </a:solidFill>
            </a:endParaRPr>
          </a:p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583C4B-407B-41B5-B870-91D8B72C96E6}"/>
              </a:ext>
            </a:extLst>
          </p:cNvPr>
          <p:cNvSpPr/>
          <p:nvPr/>
        </p:nvSpPr>
        <p:spPr>
          <a:xfrm>
            <a:off x="8023043" y="1738576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FDC5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US" sz="1200" b="1" dirty="0">
                <a:solidFill>
                  <a:schemeClr val="bg1"/>
                </a:solidFill>
              </a:rPr>
              <a:t>Loan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Origination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Underwriting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Document Support</a:t>
            </a:r>
          </a:p>
          <a:p>
            <a:pPr lvl="0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C6F557-FDF9-4BB6-8708-340627C8A125}"/>
              </a:ext>
            </a:extLst>
          </p:cNvPr>
          <p:cNvSpPr/>
          <p:nvPr/>
        </p:nvSpPr>
        <p:spPr>
          <a:xfrm>
            <a:off x="9714985" y="1738576"/>
            <a:ext cx="1512000" cy="1980000"/>
          </a:xfrm>
          <a:prstGeom prst="roundRect">
            <a:avLst>
              <a:gd name="adj" fmla="val 6629"/>
            </a:avLst>
          </a:prstGeom>
          <a:solidFill>
            <a:srgbClr val="FBC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/>
              <a:t>Contact Center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49EA6D-1582-44CA-8774-C55DE38C3F85}"/>
              </a:ext>
            </a:extLst>
          </p:cNvPr>
          <p:cNvSpPr/>
          <p:nvPr/>
        </p:nvSpPr>
        <p:spPr>
          <a:xfrm>
            <a:off x="1236580" y="4203848"/>
            <a:ext cx="10008000" cy="2399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891D912-3633-4A95-A832-C215BF0F6BEC}"/>
              </a:ext>
            </a:extLst>
          </p:cNvPr>
          <p:cNvSpPr/>
          <p:nvPr/>
        </p:nvSpPr>
        <p:spPr>
          <a:xfrm rot="10800000">
            <a:off x="1827774" y="3697560"/>
            <a:ext cx="330832" cy="285200"/>
          </a:xfrm>
          <a:prstGeom prst="triangle">
            <a:avLst/>
          </a:prstGeom>
          <a:solidFill>
            <a:srgbClr val="BC3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E35F6E0-EF97-47C1-B9D1-E6FC953E5059}"/>
              </a:ext>
            </a:extLst>
          </p:cNvPr>
          <p:cNvSpPr/>
          <p:nvPr/>
        </p:nvSpPr>
        <p:spPr>
          <a:xfrm rot="10800000">
            <a:off x="3521875" y="3697560"/>
            <a:ext cx="330832" cy="285200"/>
          </a:xfrm>
          <a:prstGeom prst="triangle">
            <a:avLst/>
          </a:prstGeom>
          <a:solidFill>
            <a:srgbClr val="ED54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D79BFB5-7D2F-46EC-A16E-59972038EE43}"/>
              </a:ext>
            </a:extLst>
          </p:cNvPr>
          <p:cNvSpPr/>
          <p:nvPr/>
        </p:nvSpPr>
        <p:spPr>
          <a:xfrm rot="10800000">
            <a:off x="5217567" y="3697560"/>
            <a:ext cx="330832" cy="285200"/>
          </a:xfrm>
          <a:prstGeom prst="triangle">
            <a:avLst/>
          </a:prstGeom>
          <a:solidFill>
            <a:srgbClr val="EF6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082269A-DC5A-48E0-B07A-07C00A6F2A62}"/>
              </a:ext>
            </a:extLst>
          </p:cNvPr>
          <p:cNvSpPr/>
          <p:nvPr/>
        </p:nvSpPr>
        <p:spPr>
          <a:xfrm rot="10800000">
            <a:off x="6954468" y="3697560"/>
            <a:ext cx="330832" cy="285200"/>
          </a:xfrm>
          <a:prstGeom prst="triangle">
            <a:avLst/>
          </a:prstGeom>
          <a:solidFill>
            <a:srgbClr val="ECD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C0965E9-3DAC-48E0-9A53-7D1D9F16BDB5}"/>
              </a:ext>
            </a:extLst>
          </p:cNvPr>
          <p:cNvSpPr/>
          <p:nvPr/>
        </p:nvSpPr>
        <p:spPr>
          <a:xfrm rot="10800000">
            <a:off x="8619361" y="3697560"/>
            <a:ext cx="330832" cy="285200"/>
          </a:xfrm>
          <a:prstGeom prst="triangle">
            <a:avLst/>
          </a:prstGeom>
          <a:solidFill>
            <a:srgbClr val="FDC5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EF8DC16-F2B2-4F05-81F1-1687C40D3367}"/>
              </a:ext>
            </a:extLst>
          </p:cNvPr>
          <p:cNvSpPr/>
          <p:nvPr/>
        </p:nvSpPr>
        <p:spPr>
          <a:xfrm rot="10800000">
            <a:off x="10310381" y="3697560"/>
            <a:ext cx="330832" cy="285200"/>
          </a:xfrm>
          <a:prstGeom prst="triangle">
            <a:avLst/>
          </a:prstGeom>
          <a:solidFill>
            <a:srgbClr val="FBC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B7BD13-7A71-45AB-9A85-3762B66C1463}"/>
              </a:ext>
            </a:extLst>
          </p:cNvPr>
          <p:cNvSpPr/>
          <p:nvPr/>
        </p:nvSpPr>
        <p:spPr>
          <a:xfrm>
            <a:off x="1684865" y="4008887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5E29544-8133-4F22-9D49-7EC12F521517}"/>
              </a:ext>
            </a:extLst>
          </p:cNvPr>
          <p:cNvSpPr/>
          <p:nvPr/>
        </p:nvSpPr>
        <p:spPr>
          <a:xfrm>
            <a:off x="3363254" y="4004629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A0EEA0C-71DB-420E-A73F-A6AEB5828349}"/>
              </a:ext>
            </a:extLst>
          </p:cNvPr>
          <p:cNvSpPr/>
          <p:nvPr/>
        </p:nvSpPr>
        <p:spPr>
          <a:xfrm>
            <a:off x="5059061" y="4000371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0850BA-B499-4023-91B3-393F93DAB75B}"/>
              </a:ext>
            </a:extLst>
          </p:cNvPr>
          <p:cNvSpPr/>
          <p:nvPr/>
        </p:nvSpPr>
        <p:spPr>
          <a:xfrm>
            <a:off x="6795847" y="3982760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7CB38E5-CCEC-4498-A673-AF84820633EC}"/>
              </a:ext>
            </a:extLst>
          </p:cNvPr>
          <p:cNvSpPr/>
          <p:nvPr/>
        </p:nvSpPr>
        <p:spPr>
          <a:xfrm>
            <a:off x="8472264" y="3999771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769FE6-59A6-4144-8D73-942833F60922}"/>
              </a:ext>
            </a:extLst>
          </p:cNvPr>
          <p:cNvSpPr/>
          <p:nvPr/>
        </p:nvSpPr>
        <p:spPr>
          <a:xfrm>
            <a:off x="10157390" y="4016782"/>
            <a:ext cx="648072" cy="6480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EEB661-051D-4C4C-9DC0-2EA9080C98BB}"/>
              </a:ext>
            </a:extLst>
          </p:cNvPr>
          <p:cNvGrpSpPr/>
          <p:nvPr/>
        </p:nvGrpSpPr>
        <p:grpSpPr>
          <a:xfrm>
            <a:off x="2568275" y="4047432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ACC01FD-A3BE-4151-96F1-3F3E5B011192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Arrow: Right 4">
              <a:extLst>
                <a:ext uri="{FF2B5EF4-FFF2-40B4-BE49-F238E27FC236}">
                  <a16:creationId xmlns:a16="http://schemas.microsoft.com/office/drawing/2014/main" id="{C6BA1D1D-14C2-4870-A3BE-4CBB22BBEF41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730A03-289F-4208-8B55-9DAB47E66B34}"/>
              </a:ext>
            </a:extLst>
          </p:cNvPr>
          <p:cNvGrpSpPr/>
          <p:nvPr/>
        </p:nvGrpSpPr>
        <p:grpSpPr>
          <a:xfrm>
            <a:off x="4307006" y="4048891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83326CB8-4129-445E-83DB-0765E63978EF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Arrow: Right 4">
              <a:extLst>
                <a:ext uri="{FF2B5EF4-FFF2-40B4-BE49-F238E27FC236}">
                  <a16:creationId xmlns:a16="http://schemas.microsoft.com/office/drawing/2014/main" id="{8A4F8ED9-1552-4092-B7F2-1E654A7D96ED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1BA4FBA-0094-4695-97CE-65E80E3BFE3B}"/>
              </a:ext>
            </a:extLst>
          </p:cNvPr>
          <p:cNvGrpSpPr/>
          <p:nvPr/>
        </p:nvGrpSpPr>
        <p:grpSpPr>
          <a:xfrm>
            <a:off x="6002192" y="4059059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68121B39-7C4F-4992-BA3F-269E77ECB576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Arrow: Right 4">
              <a:extLst>
                <a:ext uri="{FF2B5EF4-FFF2-40B4-BE49-F238E27FC236}">
                  <a16:creationId xmlns:a16="http://schemas.microsoft.com/office/drawing/2014/main" id="{EEF6C273-6E74-431B-8B71-DAF2A04272C8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AB36F6-763D-4326-B8EB-72EA53516C25}"/>
              </a:ext>
            </a:extLst>
          </p:cNvPr>
          <p:cNvGrpSpPr/>
          <p:nvPr/>
        </p:nvGrpSpPr>
        <p:grpSpPr>
          <a:xfrm>
            <a:off x="7697594" y="4051809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33" name="Arrow: Right 32">
              <a:extLst>
                <a:ext uri="{FF2B5EF4-FFF2-40B4-BE49-F238E27FC236}">
                  <a16:creationId xmlns:a16="http://schemas.microsoft.com/office/drawing/2014/main" id="{94532887-89D3-48D2-A962-A9BFA56516BA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Arrow: Right 4">
              <a:extLst>
                <a:ext uri="{FF2B5EF4-FFF2-40B4-BE49-F238E27FC236}">
                  <a16:creationId xmlns:a16="http://schemas.microsoft.com/office/drawing/2014/main" id="{F7DDF31B-8C30-44D1-8EEB-4A8839E81CF8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1A286E4-5DBB-4AAA-8A66-48C57209C5FD}"/>
              </a:ext>
            </a:extLst>
          </p:cNvPr>
          <p:cNvGrpSpPr/>
          <p:nvPr/>
        </p:nvGrpSpPr>
        <p:grpSpPr>
          <a:xfrm>
            <a:off x="9445701" y="4044559"/>
            <a:ext cx="475432" cy="553564"/>
            <a:chOff x="1690217" y="2015290"/>
            <a:chExt cx="477143" cy="555559"/>
          </a:xfrm>
          <a:solidFill>
            <a:schemeClr val="bg1">
              <a:lumMod val="50000"/>
            </a:schemeClr>
          </a:solidFill>
        </p:grpSpPr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33388DED-A37A-479D-9820-2BE19FD89572}"/>
                </a:ext>
              </a:extLst>
            </p:cNvPr>
            <p:cNvSpPr/>
            <p:nvPr/>
          </p:nvSpPr>
          <p:spPr>
            <a:xfrm>
              <a:off x="1690217" y="2015290"/>
              <a:ext cx="477143" cy="555559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Arrow: Right 4">
              <a:extLst>
                <a:ext uri="{FF2B5EF4-FFF2-40B4-BE49-F238E27FC236}">
                  <a16:creationId xmlns:a16="http://schemas.microsoft.com/office/drawing/2014/main" id="{272E45F6-FC47-49FB-A3FD-3C56BCA04896}"/>
                </a:ext>
              </a:extLst>
            </p:cNvPr>
            <p:cNvSpPr txBox="1"/>
            <p:nvPr/>
          </p:nvSpPr>
          <p:spPr>
            <a:xfrm>
              <a:off x="1690217" y="2126402"/>
              <a:ext cx="334000" cy="33333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/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69BD26E7-9923-4B8C-B718-3AD22D7E1D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713" y="4162522"/>
            <a:ext cx="360000" cy="360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3B9D27A-F3A1-41B2-A58A-89ED65B71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812" y="4183160"/>
            <a:ext cx="360000" cy="36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45DCA48-A9F5-4D26-9DE4-74C04573B0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619" y="4119841"/>
            <a:ext cx="360000" cy="360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09A95F2-F2F0-4628-A1B2-F28A6F2B6A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951" y="4134660"/>
            <a:ext cx="360000" cy="36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B851B60-3708-4B19-B949-89390704547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284" y="4141910"/>
            <a:ext cx="360000" cy="360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16FB78D-A778-4F8C-9254-B97AF69BB6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300" y="413799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9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5FA1-A56F-4195-9451-FCDCB63D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IN" dirty="0"/>
          </a:p>
        </p:txBody>
      </p:sp>
      <p:sp>
        <p:nvSpPr>
          <p:cNvPr id="4" name="Isosceles Triangle 19">
            <a:extLst>
              <a:ext uri="{FF2B5EF4-FFF2-40B4-BE49-F238E27FC236}">
                <a16:creationId xmlns:a16="http://schemas.microsoft.com/office/drawing/2014/main" id="{571A82C1-43E2-4F5F-83A9-BA4E36E36B12}"/>
              </a:ext>
            </a:extLst>
          </p:cNvPr>
          <p:cNvSpPr/>
          <p:nvPr/>
        </p:nvSpPr>
        <p:spPr>
          <a:xfrm>
            <a:off x="4516958" y="3709768"/>
            <a:ext cx="2522880" cy="1980000"/>
          </a:xfrm>
          <a:custGeom>
            <a:avLst/>
            <a:gdLst>
              <a:gd name="connsiteX0" fmla="*/ 0 w 2340000"/>
              <a:gd name="connsiteY0" fmla="*/ 1980000 h 1980000"/>
              <a:gd name="connsiteX1" fmla="*/ 1170000 w 2340000"/>
              <a:gd name="connsiteY1" fmla="*/ 0 h 1980000"/>
              <a:gd name="connsiteX2" fmla="*/ 2340000 w 2340000"/>
              <a:gd name="connsiteY2" fmla="*/ 1980000 h 1980000"/>
              <a:gd name="connsiteX3" fmla="*/ 0 w 2340000"/>
              <a:gd name="connsiteY3" fmla="*/ 1980000 h 1980000"/>
              <a:gd name="connsiteX0" fmla="*/ 0 w 2451318"/>
              <a:gd name="connsiteY0" fmla="*/ 1980000 h 1980000"/>
              <a:gd name="connsiteX1" fmla="*/ 1170000 w 2451318"/>
              <a:gd name="connsiteY1" fmla="*/ 0 h 1980000"/>
              <a:gd name="connsiteX2" fmla="*/ 2451318 w 2451318"/>
              <a:gd name="connsiteY2" fmla="*/ 1980000 h 1980000"/>
              <a:gd name="connsiteX3" fmla="*/ 0 w 2451318"/>
              <a:gd name="connsiteY3" fmla="*/ 1980000 h 1980000"/>
              <a:gd name="connsiteX0" fmla="*/ 0 w 2522880"/>
              <a:gd name="connsiteY0" fmla="*/ 1980000 h 1980000"/>
              <a:gd name="connsiteX1" fmla="*/ 1241562 w 2522880"/>
              <a:gd name="connsiteY1" fmla="*/ 0 h 1980000"/>
              <a:gd name="connsiteX2" fmla="*/ 2522880 w 2522880"/>
              <a:gd name="connsiteY2" fmla="*/ 1980000 h 1980000"/>
              <a:gd name="connsiteX3" fmla="*/ 0 w 2522880"/>
              <a:gd name="connsiteY3" fmla="*/ 1980000 h 19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2880" h="1980000">
                <a:moveTo>
                  <a:pt x="0" y="1980000"/>
                </a:moveTo>
                <a:lnTo>
                  <a:pt x="1241562" y="0"/>
                </a:lnTo>
                <a:lnTo>
                  <a:pt x="2522880" y="1980000"/>
                </a:lnTo>
                <a:lnTo>
                  <a:pt x="0" y="1980000"/>
                </a:lnTo>
                <a:close/>
              </a:path>
            </a:pathLst>
          </a:custGeom>
          <a:solidFill>
            <a:srgbClr val="ECD84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FB718C8-3B9A-410C-AE53-0B3408096F7A}"/>
              </a:ext>
            </a:extLst>
          </p:cNvPr>
          <p:cNvSpPr/>
          <p:nvPr/>
        </p:nvSpPr>
        <p:spPr>
          <a:xfrm rot="10800000">
            <a:off x="4502888" y="1504507"/>
            <a:ext cx="2491076" cy="2011640"/>
          </a:xfrm>
          <a:custGeom>
            <a:avLst/>
            <a:gdLst>
              <a:gd name="connsiteX0" fmla="*/ 0 w 2340000"/>
              <a:gd name="connsiteY0" fmla="*/ 1979834 h 1979834"/>
              <a:gd name="connsiteX1" fmla="*/ 1170000 w 2340000"/>
              <a:gd name="connsiteY1" fmla="*/ 0 h 1979834"/>
              <a:gd name="connsiteX2" fmla="*/ 2340000 w 2340000"/>
              <a:gd name="connsiteY2" fmla="*/ 1979834 h 1979834"/>
              <a:gd name="connsiteX3" fmla="*/ 0 w 2340000"/>
              <a:gd name="connsiteY3" fmla="*/ 1979834 h 1979834"/>
              <a:gd name="connsiteX0" fmla="*/ 0 w 2435416"/>
              <a:gd name="connsiteY0" fmla="*/ 1979834 h 2011640"/>
              <a:gd name="connsiteX1" fmla="*/ 1170000 w 2435416"/>
              <a:gd name="connsiteY1" fmla="*/ 0 h 2011640"/>
              <a:gd name="connsiteX2" fmla="*/ 2435416 w 2435416"/>
              <a:gd name="connsiteY2" fmla="*/ 2011640 h 2011640"/>
              <a:gd name="connsiteX3" fmla="*/ 0 w 2435416"/>
              <a:gd name="connsiteY3" fmla="*/ 1979834 h 2011640"/>
              <a:gd name="connsiteX0" fmla="*/ 0 w 2475173"/>
              <a:gd name="connsiteY0" fmla="*/ 2003688 h 2011640"/>
              <a:gd name="connsiteX1" fmla="*/ 1209757 w 2475173"/>
              <a:gd name="connsiteY1" fmla="*/ 0 h 2011640"/>
              <a:gd name="connsiteX2" fmla="*/ 2475173 w 2475173"/>
              <a:gd name="connsiteY2" fmla="*/ 2011640 h 2011640"/>
              <a:gd name="connsiteX3" fmla="*/ 0 w 2475173"/>
              <a:gd name="connsiteY3" fmla="*/ 2003688 h 2011640"/>
              <a:gd name="connsiteX0" fmla="*/ 0 w 2491076"/>
              <a:gd name="connsiteY0" fmla="*/ 2003688 h 2011640"/>
              <a:gd name="connsiteX1" fmla="*/ 1225660 w 2491076"/>
              <a:gd name="connsiteY1" fmla="*/ 0 h 2011640"/>
              <a:gd name="connsiteX2" fmla="*/ 2491076 w 2491076"/>
              <a:gd name="connsiteY2" fmla="*/ 2011640 h 2011640"/>
              <a:gd name="connsiteX3" fmla="*/ 0 w 2491076"/>
              <a:gd name="connsiteY3" fmla="*/ 2003688 h 201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1076" h="2011640">
                <a:moveTo>
                  <a:pt x="0" y="2003688"/>
                </a:moveTo>
                <a:lnTo>
                  <a:pt x="1225660" y="0"/>
                </a:lnTo>
                <a:lnTo>
                  <a:pt x="2491076" y="2011640"/>
                </a:lnTo>
                <a:lnTo>
                  <a:pt x="0" y="2003688"/>
                </a:lnTo>
                <a:close/>
              </a:path>
            </a:pathLst>
          </a:custGeom>
          <a:solidFill>
            <a:srgbClr val="BC3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/>
          </a:p>
        </p:txBody>
      </p:sp>
      <p:sp>
        <p:nvSpPr>
          <p:cNvPr id="6" name="Isosceles Triangle 20">
            <a:extLst>
              <a:ext uri="{FF2B5EF4-FFF2-40B4-BE49-F238E27FC236}">
                <a16:creationId xmlns:a16="http://schemas.microsoft.com/office/drawing/2014/main" id="{004E5CCC-88BC-4A59-A3B7-F9DF2B2A6205}"/>
              </a:ext>
            </a:extLst>
          </p:cNvPr>
          <p:cNvSpPr/>
          <p:nvPr/>
        </p:nvSpPr>
        <p:spPr>
          <a:xfrm>
            <a:off x="5910202" y="1506241"/>
            <a:ext cx="2238537" cy="2019757"/>
          </a:xfrm>
          <a:custGeom>
            <a:avLst/>
            <a:gdLst>
              <a:gd name="connsiteX0" fmla="*/ 0 w 2268000"/>
              <a:gd name="connsiteY0" fmla="*/ 1980000 h 1980000"/>
              <a:gd name="connsiteX1" fmla="*/ 1134000 w 2268000"/>
              <a:gd name="connsiteY1" fmla="*/ 0 h 1980000"/>
              <a:gd name="connsiteX2" fmla="*/ 2268000 w 2268000"/>
              <a:gd name="connsiteY2" fmla="*/ 1980000 h 1980000"/>
              <a:gd name="connsiteX3" fmla="*/ 0 w 2268000"/>
              <a:gd name="connsiteY3" fmla="*/ 1980000 h 1980000"/>
              <a:gd name="connsiteX0" fmla="*/ 0 w 2268000"/>
              <a:gd name="connsiteY0" fmla="*/ 2027708 h 2027708"/>
              <a:gd name="connsiteX1" fmla="*/ 1229416 w 2268000"/>
              <a:gd name="connsiteY1" fmla="*/ 0 h 2027708"/>
              <a:gd name="connsiteX2" fmla="*/ 2268000 w 2268000"/>
              <a:gd name="connsiteY2" fmla="*/ 2027708 h 2027708"/>
              <a:gd name="connsiteX3" fmla="*/ 0 w 2268000"/>
              <a:gd name="connsiteY3" fmla="*/ 2027708 h 2027708"/>
              <a:gd name="connsiteX0" fmla="*/ 0 w 2244146"/>
              <a:gd name="connsiteY0" fmla="*/ 2027708 h 2027708"/>
              <a:gd name="connsiteX1" fmla="*/ 1229416 w 2244146"/>
              <a:gd name="connsiteY1" fmla="*/ 0 h 2027708"/>
              <a:gd name="connsiteX2" fmla="*/ 2244146 w 2244146"/>
              <a:gd name="connsiteY2" fmla="*/ 2027708 h 2027708"/>
              <a:gd name="connsiteX3" fmla="*/ 0 w 2244146"/>
              <a:gd name="connsiteY3" fmla="*/ 2027708 h 2027708"/>
              <a:gd name="connsiteX0" fmla="*/ 0 w 2244146"/>
              <a:gd name="connsiteY0" fmla="*/ 2019757 h 2019757"/>
              <a:gd name="connsiteX1" fmla="*/ 1229416 w 2244146"/>
              <a:gd name="connsiteY1" fmla="*/ 0 h 2019757"/>
              <a:gd name="connsiteX2" fmla="*/ 2244146 w 2244146"/>
              <a:gd name="connsiteY2" fmla="*/ 2019757 h 2019757"/>
              <a:gd name="connsiteX3" fmla="*/ 0 w 2244146"/>
              <a:gd name="connsiteY3" fmla="*/ 2019757 h 2019757"/>
              <a:gd name="connsiteX0" fmla="*/ 0 w 2238537"/>
              <a:gd name="connsiteY0" fmla="*/ 2019757 h 2019757"/>
              <a:gd name="connsiteX1" fmla="*/ 1229416 w 2238537"/>
              <a:gd name="connsiteY1" fmla="*/ 0 h 2019757"/>
              <a:gd name="connsiteX2" fmla="*/ 2238537 w 2238537"/>
              <a:gd name="connsiteY2" fmla="*/ 2019757 h 2019757"/>
              <a:gd name="connsiteX3" fmla="*/ 0 w 2238537"/>
              <a:gd name="connsiteY3" fmla="*/ 2019757 h 201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8537" h="2019757">
                <a:moveTo>
                  <a:pt x="0" y="2019757"/>
                </a:moveTo>
                <a:lnTo>
                  <a:pt x="1229416" y="0"/>
                </a:lnTo>
                <a:lnTo>
                  <a:pt x="2238537" y="2019757"/>
                </a:lnTo>
                <a:lnTo>
                  <a:pt x="0" y="2019757"/>
                </a:lnTo>
                <a:close/>
              </a:path>
            </a:pathLst>
          </a:custGeom>
          <a:solidFill>
            <a:srgbClr val="ED5433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Isosceles Triangle 21">
            <a:extLst>
              <a:ext uri="{FF2B5EF4-FFF2-40B4-BE49-F238E27FC236}">
                <a16:creationId xmlns:a16="http://schemas.microsoft.com/office/drawing/2014/main" id="{11C8EE5F-16A6-4618-9B85-4F1136FABCB2}"/>
              </a:ext>
            </a:extLst>
          </p:cNvPr>
          <p:cNvSpPr/>
          <p:nvPr/>
        </p:nvSpPr>
        <p:spPr>
          <a:xfrm>
            <a:off x="3356231" y="1516996"/>
            <a:ext cx="2308194" cy="2035659"/>
          </a:xfrm>
          <a:custGeom>
            <a:avLst/>
            <a:gdLst>
              <a:gd name="connsiteX0" fmla="*/ 0 w 2340000"/>
              <a:gd name="connsiteY0" fmla="*/ 1980000 h 1980000"/>
              <a:gd name="connsiteX1" fmla="*/ 1170000 w 2340000"/>
              <a:gd name="connsiteY1" fmla="*/ 0 h 1980000"/>
              <a:gd name="connsiteX2" fmla="*/ 2340000 w 2340000"/>
              <a:gd name="connsiteY2" fmla="*/ 1980000 h 1980000"/>
              <a:gd name="connsiteX3" fmla="*/ 0 w 2340000"/>
              <a:gd name="connsiteY3" fmla="*/ 1980000 h 1980000"/>
              <a:gd name="connsiteX0" fmla="*/ 0 w 2340000"/>
              <a:gd name="connsiteY0" fmla="*/ 2003854 h 2003854"/>
              <a:gd name="connsiteX1" fmla="*/ 1066633 w 2340000"/>
              <a:gd name="connsiteY1" fmla="*/ 0 h 2003854"/>
              <a:gd name="connsiteX2" fmla="*/ 2340000 w 2340000"/>
              <a:gd name="connsiteY2" fmla="*/ 2003854 h 2003854"/>
              <a:gd name="connsiteX3" fmla="*/ 0 w 2340000"/>
              <a:gd name="connsiteY3" fmla="*/ 2003854 h 2003854"/>
              <a:gd name="connsiteX0" fmla="*/ 0 w 2284341"/>
              <a:gd name="connsiteY0" fmla="*/ 2003854 h 2003854"/>
              <a:gd name="connsiteX1" fmla="*/ 1010974 w 2284341"/>
              <a:gd name="connsiteY1" fmla="*/ 0 h 2003854"/>
              <a:gd name="connsiteX2" fmla="*/ 2284341 w 2284341"/>
              <a:gd name="connsiteY2" fmla="*/ 2003854 h 2003854"/>
              <a:gd name="connsiteX3" fmla="*/ 0 w 2284341"/>
              <a:gd name="connsiteY3" fmla="*/ 2003854 h 2003854"/>
              <a:gd name="connsiteX0" fmla="*/ 0 w 2284341"/>
              <a:gd name="connsiteY0" fmla="*/ 2011805 h 2011805"/>
              <a:gd name="connsiteX1" fmla="*/ 987120 w 2284341"/>
              <a:gd name="connsiteY1" fmla="*/ 0 h 2011805"/>
              <a:gd name="connsiteX2" fmla="*/ 2284341 w 2284341"/>
              <a:gd name="connsiteY2" fmla="*/ 2011805 h 2011805"/>
              <a:gd name="connsiteX3" fmla="*/ 0 w 2284341"/>
              <a:gd name="connsiteY3" fmla="*/ 2011805 h 2011805"/>
              <a:gd name="connsiteX0" fmla="*/ 0 w 2292292"/>
              <a:gd name="connsiteY0" fmla="*/ 2011805 h 2011805"/>
              <a:gd name="connsiteX1" fmla="*/ 995071 w 2292292"/>
              <a:gd name="connsiteY1" fmla="*/ 0 h 2011805"/>
              <a:gd name="connsiteX2" fmla="*/ 2292292 w 2292292"/>
              <a:gd name="connsiteY2" fmla="*/ 2011805 h 2011805"/>
              <a:gd name="connsiteX3" fmla="*/ 0 w 2292292"/>
              <a:gd name="connsiteY3" fmla="*/ 2011805 h 2011805"/>
              <a:gd name="connsiteX0" fmla="*/ 0 w 2292292"/>
              <a:gd name="connsiteY0" fmla="*/ 2011805 h 2011805"/>
              <a:gd name="connsiteX1" fmla="*/ 995071 w 2292292"/>
              <a:gd name="connsiteY1" fmla="*/ 0 h 2011805"/>
              <a:gd name="connsiteX2" fmla="*/ 2292292 w 2292292"/>
              <a:gd name="connsiteY2" fmla="*/ 2011805 h 2011805"/>
              <a:gd name="connsiteX3" fmla="*/ 0 w 2292292"/>
              <a:gd name="connsiteY3" fmla="*/ 2011805 h 2011805"/>
              <a:gd name="connsiteX0" fmla="*/ 0 w 2308194"/>
              <a:gd name="connsiteY0" fmla="*/ 2011805 h 2011805"/>
              <a:gd name="connsiteX1" fmla="*/ 1010973 w 2308194"/>
              <a:gd name="connsiteY1" fmla="*/ 0 h 2011805"/>
              <a:gd name="connsiteX2" fmla="*/ 2308194 w 2308194"/>
              <a:gd name="connsiteY2" fmla="*/ 2011805 h 2011805"/>
              <a:gd name="connsiteX3" fmla="*/ 0 w 2308194"/>
              <a:gd name="connsiteY3" fmla="*/ 2011805 h 2011805"/>
              <a:gd name="connsiteX0" fmla="*/ 0 w 2308194"/>
              <a:gd name="connsiteY0" fmla="*/ 2011805 h 2011805"/>
              <a:gd name="connsiteX1" fmla="*/ 1034827 w 2308194"/>
              <a:gd name="connsiteY1" fmla="*/ 0 h 2011805"/>
              <a:gd name="connsiteX2" fmla="*/ 2308194 w 2308194"/>
              <a:gd name="connsiteY2" fmla="*/ 2011805 h 2011805"/>
              <a:gd name="connsiteX3" fmla="*/ 0 w 2308194"/>
              <a:gd name="connsiteY3" fmla="*/ 2011805 h 2011805"/>
              <a:gd name="connsiteX0" fmla="*/ 0 w 2308194"/>
              <a:gd name="connsiteY0" fmla="*/ 2019756 h 2019756"/>
              <a:gd name="connsiteX1" fmla="*/ 1003022 w 2308194"/>
              <a:gd name="connsiteY1" fmla="*/ 0 h 2019756"/>
              <a:gd name="connsiteX2" fmla="*/ 2308194 w 2308194"/>
              <a:gd name="connsiteY2" fmla="*/ 2019756 h 2019756"/>
              <a:gd name="connsiteX3" fmla="*/ 0 w 2308194"/>
              <a:gd name="connsiteY3" fmla="*/ 2019756 h 2019756"/>
              <a:gd name="connsiteX0" fmla="*/ 0 w 2308194"/>
              <a:gd name="connsiteY0" fmla="*/ 2035659 h 2035659"/>
              <a:gd name="connsiteX1" fmla="*/ 1003022 w 2308194"/>
              <a:gd name="connsiteY1" fmla="*/ 0 h 2035659"/>
              <a:gd name="connsiteX2" fmla="*/ 2308194 w 2308194"/>
              <a:gd name="connsiteY2" fmla="*/ 2035659 h 2035659"/>
              <a:gd name="connsiteX3" fmla="*/ 0 w 2308194"/>
              <a:gd name="connsiteY3" fmla="*/ 2035659 h 2035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8194" h="2035659">
                <a:moveTo>
                  <a:pt x="0" y="2035659"/>
                </a:moveTo>
                <a:lnTo>
                  <a:pt x="1003022" y="0"/>
                </a:lnTo>
                <a:lnTo>
                  <a:pt x="2308194" y="2035659"/>
                </a:lnTo>
                <a:lnTo>
                  <a:pt x="0" y="2035659"/>
                </a:lnTo>
                <a:close/>
              </a:path>
            </a:pathLst>
          </a:custGeom>
          <a:solidFill>
            <a:srgbClr val="FBC20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Isosceles Triangle 23">
            <a:extLst>
              <a:ext uri="{FF2B5EF4-FFF2-40B4-BE49-F238E27FC236}">
                <a16:creationId xmlns:a16="http://schemas.microsoft.com/office/drawing/2014/main" id="{EDAC1880-1EF9-4C69-B99D-89B886360594}"/>
              </a:ext>
            </a:extLst>
          </p:cNvPr>
          <p:cNvSpPr/>
          <p:nvPr/>
        </p:nvSpPr>
        <p:spPr>
          <a:xfrm rot="10800000">
            <a:off x="3366411" y="3653036"/>
            <a:ext cx="2284341" cy="2035660"/>
          </a:xfrm>
          <a:custGeom>
            <a:avLst/>
            <a:gdLst>
              <a:gd name="connsiteX0" fmla="*/ 0 w 2340000"/>
              <a:gd name="connsiteY0" fmla="*/ 1980000 h 1980000"/>
              <a:gd name="connsiteX1" fmla="*/ 1170000 w 2340000"/>
              <a:gd name="connsiteY1" fmla="*/ 0 h 1980000"/>
              <a:gd name="connsiteX2" fmla="*/ 2340000 w 2340000"/>
              <a:gd name="connsiteY2" fmla="*/ 1980000 h 1980000"/>
              <a:gd name="connsiteX3" fmla="*/ 0 w 2340000"/>
              <a:gd name="connsiteY3" fmla="*/ 1980000 h 1980000"/>
              <a:gd name="connsiteX0" fmla="*/ 0 w 2284341"/>
              <a:gd name="connsiteY0" fmla="*/ 1980000 h 1980000"/>
              <a:gd name="connsiteX1" fmla="*/ 1170000 w 2284341"/>
              <a:gd name="connsiteY1" fmla="*/ 0 h 1980000"/>
              <a:gd name="connsiteX2" fmla="*/ 2284341 w 2284341"/>
              <a:gd name="connsiteY2" fmla="*/ 1980000 h 1980000"/>
              <a:gd name="connsiteX3" fmla="*/ 0 w 2284341"/>
              <a:gd name="connsiteY3" fmla="*/ 1980000 h 1980000"/>
              <a:gd name="connsiteX0" fmla="*/ 0 w 2284341"/>
              <a:gd name="connsiteY0" fmla="*/ 2075416 h 2075416"/>
              <a:gd name="connsiteX1" fmla="*/ 1281318 w 2284341"/>
              <a:gd name="connsiteY1" fmla="*/ 0 h 2075416"/>
              <a:gd name="connsiteX2" fmla="*/ 2284341 w 2284341"/>
              <a:gd name="connsiteY2" fmla="*/ 2075416 h 2075416"/>
              <a:gd name="connsiteX3" fmla="*/ 0 w 2284341"/>
              <a:gd name="connsiteY3" fmla="*/ 2075416 h 2075416"/>
              <a:gd name="connsiteX0" fmla="*/ 0 w 2284341"/>
              <a:gd name="connsiteY0" fmla="*/ 2027709 h 2027709"/>
              <a:gd name="connsiteX1" fmla="*/ 1257464 w 2284341"/>
              <a:gd name="connsiteY1" fmla="*/ 0 h 2027709"/>
              <a:gd name="connsiteX2" fmla="*/ 2284341 w 2284341"/>
              <a:gd name="connsiteY2" fmla="*/ 2027709 h 2027709"/>
              <a:gd name="connsiteX3" fmla="*/ 0 w 2284341"/>
              <a:gd name="connsiteY3" fmla="*/ 2027709 h 2027709"/>
              <a:gd name="connsiteX0" fmla="*/ 0 w 2284341"/>
              <a:gd name="connsiteY0" fmla="*/ 2035660 h 2035660"/>
              <a:gd name="connsiteX1" fmla="*/ 1273367 w 2284341"/>
              <a:gd name="connsiteY1" fmla="*/ 0 h 2035660"/>
              <a:gd name="connsiteX2" fmla="*/ 2284341 w 2284341"/>
              <a:gd name="connsiteY2" fmla="*/ 2035660 h 2035660"/>
              <a:gd name="connsiteX3" fmla="*/ 0 w 2284341"/>
              <a:gd name="connsiteY3" fmla="*/ 2035660 h 203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4341" h="2035660">
                <a:moveTo>
                  <a:pt x="0" y="2035660"/>
                </a:moveTo>
                <a:lnTo>
                  <a:pt x="1273367" y="0"/>
                </a:lnTo>
                <a:lnTo>
                  <a:pt x="2284341" y="2035660"/>
                </a:lnTo>
                <a:lnTo>
                  <a:pt x="0" y="2035660"/>
                </a:lnTo>
                <a:close/>
              </a:path>
            </a:pathLst>
          </a:custGeom>
          <a:solidFill>
            <a:srgbClr val="FDC513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/>
            <a:endParaRPr lang="en-US" sz="1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Isosceles Triangle 24">
            <a:extLst>
              <a:ext uri="{FF2B5EF4-FFF2-40B4-BE49-F238E27FC236}">
                <a16:creationId xmlns:a16="http://schemas.microsoft.com/office/drawing/2014/main" id="{9EEDEBDE-CBD3-4352-9DB7-AE0C19587665}"/>
              </a:ext>
            </a:extLst>
          </p:cNvPr>
          <p:cNvSpPr/>
          <p:nvPr/>
        </p:nvSpPr>
        <p:spPr>
          <a:xfrm rot="10800000">
            <a:off x="5820674" y="3634167"/>
            <a:ext cx="2344195" cy="2011806"/>
          </a:xfrm>
          <a:custGeom>
            <a:avLst/>
            <a:gdLst>
              <a:gd name="connsiteX0" fmla="*/ 0 w 2376000"/>
              <a:gd name="connsiteY0" fmla="*/ 1980000 h 1980000"/>
              <a:gd name="connsiteX1" fmla="*/ 1188000 w 2376000"/>
              <a:gd name="connsiteY1" fmla="*/ 0 h 1980000"/>
              <a:gd name="connsiteX2" fmla="*/ 2376000 w 2376000"/>
              <a:gd name="connsiteY2" fmla="*/ 1980000 h 1980000"/>
              <a:gd name="connsiteX3" fmla="*/ 0 w 2376000"/>
              <a:gd name="connsiteY3" fmla="*/ 1980000 h 1980000"/>
              <a:gd name="connsiteX0" fmla="*/ 0 w 2376000"/>
              <a:gd name="connsiteY0" fmla="*/ 2011806 h 2011806"/>
              <a:gd name="connsiteX1" fmla="*/ 1044876 w 2376000"/>
              <a:gd name="connsiteY1" fmla="*/ 0 h 2011806"/>
              <a:gd name="connsiteX2" fmla="*/ 2376000 w 2376000"/>
              <a:gd name="connsiteY2" fmla="*/ 2011806 h 2011806"/>
              <a:gd name="connsiteX3" fmla="*/ 0 w 2376000"/>
              <a:gd name="connsiteY3" fmla="*/ 2011806 h 2011806"/>
              <a:gd name="connsiteX0" fmla="*/ 0 w 2344195"/>
              <a:gd name="connsiteY0" fmla="*/ 2011806 h 2011806"/>
              <a:gd name="connsiteX1" fmla="*/ 1013071 w 2344195"/>
              <a:gd name="connsiteY1" fmla="*/ 0 h 2011806"/>
              <a:gd name="connsiteX2" fmla="*/ 2344195 w 2344195"/>
              <a:gd name="connsiteY2" fmla="*/ 2011806 h 2011806"/>
              <a:gd name="connsiteX3" fmla="*/ 0 w 2344195"/>
              <a:gd name="connsiteY3" fmla="*/ 2011806 h 2011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4195" h="2011806">
                <a:moveTo>
                  <a:pt x="0" y="2011806"/>
                </a:moveTo>
                <a:lnTo>
                  <a:pt x="1013071" y="0"/>
                </a:lnTo>
                <a:lnTo>
                  <a:pt x="2344195" y="2011806"/>
                </a:lnTo>
                <a:lnTo>
                  <a:pt x="0" y="2011806"/>
                </a:lnTo>
                <a:close/>
              </a:path>
            </a:pathLst>
          </a:custGeom>
          <a:solidFill>
            <a:srgbClr val="EF6443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335A46-4E95-4545-9B48-2CB6DF321AD8}"/>
              </a:ext>
            </a:extLst>
          </p:cNvPr>
          <p:cNvSpPr/>
          <p:nvPr/>
        </p:nvSpPr>
        <p:spPr>
          <a:xfrm>
            <a:off x="5149497" y="2948442"/>
            <a:ext cx="1224000" cy="1224000"/>
          </a:xfrm>
          <a:prstGeom prst="ellipse">
            <a:avLst/>
          </a:prstGeom>
          <a:solidFill>
            <a:srgbClr val="EF5F2D"/>
          </a:solidFill>
          <a:ln w="1270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9A477-AE12-4E4E-8030-65C930170D81}"/>
              </a:ext>
            </a:extLst>
          </p:cNvPr>
          <p:cNvSpPr txBox="1"/>
          <p:nvPr/>
        </p:nvSpPr>
        <p:spPr>
          <a:xfrm>
            <a:off x="5352204" y="2241097"/>
            <a:ext cx="894796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 </a:t>
            </a:r>
            <a:r>
              <a:rPr lang="en-IN" sz="1100" dirty="0" err="1">
                <a:solidFill>
                  <a:schemeClr val="bg1"/>
                </a:solidFill>
              </a:rPr>
              <a:t>Amet</a:t>
            </a:r>
            <a:endParaRPr lang="en-IN" sz="1100" dirty="0">
              <a:solidFill>
                <a:schemeClr val="bg1"/>
              </a:solidFill>
            </a:endParaRPr>
          </a:p>
          <a:p>
            <a:pPr algn="ctr"/>
            <a:r>
              <a:rPr lang="en-IN" sz="1100" dirty="0" err="1">
                <a:solidFill>
                  <a:schemeClr val="bg1"/>
                </a:solidFill>
              </a:rPr>
              <a:t>Consectetur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414F0D-D3F1-4E09-BC37-33D853110EC0}"/>
              </a:ext>
            </a:extLst>
          </p:cNvPr>
          <p:cNvSpPr txBox="1"/>
          <p:nvPr/>
        </p:nvSpPr>
        <p:spPr>
          <a:xfrm>
            <a:off x="6407529" y="2710139"/>
            <a:ext cx="137328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>
                <a:solidFill>
                  <a:schemeClr val="bg1"/>
                </a:solidFill>
              </a:rPr>
              <a:t>Adipiscing</a:t>
            </a:r>
            <a:r>
              <a:rPr lang="en-IN" sz="1100" dirty="0">
                <a:solidFill>
                  <a:schemeClr val="bg1"/>
                </a:solidFill>
              </a:rPr>
              <a:t> </a:t>
            </a:r>
            <a:r>
              <a:rPr lang="en-IN" sz="1100" dirty="0" err="1">
                <a:solidFill>
                  <a:schemeClr val="bg1"/>
                </a:solidFill>
              </a:rPr>
              <a:t>Elit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05469-1AD2-4A58-9727-60F8EB9DA8E4}"/>
              </a:ext>
            </a:extLst>
          </p:cNvPr>
          <p:cNvSpPr txBox="1"/>
          <p:nvPr/>
        </p:nvSpPr>
        <p:spPr>
          <a:xfrm>
            <a:off x="3849393" y="2755817"/>
            <a:ext cx="1066800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>
                <a:solidFill>
                  <a:schemeClr val="bg1"/>
                </a:solidFill>
              </a:rPr>
              <a:t>Dolor</a:t>
            </a:r>
            <a:r>
              <a:rPr lang="en-IN" sz="1100" dirty="0">
                <a:solidFill>
                  <a:schemeClr val="bg1"/>
                </a:solidFill>
              </a:rPr>
              <a:t> sit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C7649-9B95-4B2D-8392-2C7577556055}"/>
              </a:ext>
            </a:extLst>
          </p:cNvPr>
          <p:cNvSpPr txBox="1"/>
          <p:nvPr/>
        </p:nvSpPr>
        <p:spPr>
          <a:xfrm>
            <a:off x="5068942" y="4984166"/>
            <a:ext cx="1482578" cy="4462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Lorem ipsum </a:t>
            </a:r>
            <a:endParaRPr lang="en-IN" sz="1100" dirty="0">
              <a:solidFill>
                <a:schemeClr val="bg1"/>
              </a:solidFill>
            </a:endParaRPr>
          </a:p>
          <a:p>
            <a:pPr algn="ctr"/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733E24-047C-446F-B491-37B9C8F0F6A1}"/>
              </a:ext>
            </a:extLst>
          </p:cNvPr>
          <p:cNvSpPr txBox="1"/>
          <p:nvPr/>
        </p:nvSpPr>
        <p:spPr>
          <a:xfrm>
            <a:off x="6570104" y="4378507"/>
            <a:ext cx="1066800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Donec </a:t>
            </a:r>
            <a:r>
              <a:rPr lang="en-IN" sz="1100" dirty="0" err="1">
                <a:solidFill>
                  <a:schemeClr val="bg1"/>
                </a:solidFill>
              </a:rPr>
              <a:t>Consectetur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E5AD5D-6970-4F8C-91C0-20B794CC0B61}"/>
              </a:ext>
            </a:extLst>
          </p:cNvPr>
          <p:cNvSpPr txBox="1"/>
          <p:nvPr/>
        </p:nvSpPr>
        <p:spPr>
          <a:xfrm>
            <a:off x="3753809" y="4184322"/>
            <a:ext cx="1341077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 err="1">
                <a:solidFill>
                  <a:schemeClr val="bg1"/>
                </a:solidFill>
              </a:rPr>
              <a:t>Consectetur</a:t>
            </a:r>
            <a:endParaRPr lang="en-IN" sz="11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02B599-0D59-4457-B8A4-9E269A9896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533" y="1846939"/>
            <a:ext cx="360000" cy="360000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4DC95CCA-ED6D-44B7-A722-9F05D113D0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741" y="2264623"/>
            <a:ext cx="360000" cy="360000"/>
          </a:xfrm>
          <a:prstGeom prst="rect">
            <a:avLst/>
          </a:prstGeom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01BA5F37-51BD-4D97-AD36-504AB50A7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504" y="3900697"/>
            <a:ext cx="360000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3163BE-42E5-47A6-ACA3-4B18E654E8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31" y="4550080"/>
            <a:ext cx="360000" cy="360000"/>
          </a:xfrm>
          <a:prstGeom prst="rect">
            <a:avLst/>
          </a:prstGeom>
        </p:spPr>
      </p:pic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570E81F6-6FDB-4C1F-87C6-45E7989AB5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223" y="3765123"/>
            <a:ext cx="360000" cy="36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C1570C-6A7B-4662-BBB7-950E737C2A9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51" y="2351929"/>
            <a:ext cx="360000" cy="36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7B19070-9143-41F2-9163-22B0F7587E6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13" y="3317592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908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201</Words>
  <Application>Microsoft Office PowerPoint</Application>
  <PresentationFormat>Widescreen</PresentationFormat>
  <Paragraphs>66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Wingdings</vt:lpstr>
      <vt:lpstr>Office Theme</vt:lpstr>
      <vt:lpstr>Presentation Title</vt:lpstr>
      <vt:lpstr>Agenda</vt:lpstr>
      <vt:lpstr>Introduction</vt:lpstr>
      <vt:lpstr>Title</vt:lpstr>
      <vt:lpstr>Technology + Managed Services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Shivakumar M.</dc:creator>
  <cp:lastModifiedBy>Shivakumar M.</cp:lastModifiedBy>
  <cp:revision>33</cp:revision>
  <dcterms:created xsi:type="dcterms:W3CDTF">2021-12-22T07:32:57Z</dcterms:created>
  <dcterms:modified xsi:type="dcterms:W3CDTF">2022-01-28T16:01:27Z</dcterms:modified>
</cp:coreProperties>
</file>