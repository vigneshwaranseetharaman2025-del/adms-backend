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5" r:id="rId5"/>
    <p:sldId id="266" r:id="rId6"/>
    <p:sldId id="267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357811"/>
    <a:srgbClr val="236575"/>
    <a:srgbClr val="8EDC65"/>
    <a:srgbClr val="62B934"/>
    <a:srgbClr val="00B050"/>
    <a:srgbClr val="10B150"/>
    <a:srgbClr val="63B934"/>
    <a:srgbClr val="6EA5B3"/>
    <a:srgbClr val="B63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D5C4A0-4FEB-7786-7DBC-AB6D168A7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17" y="0"/>
            <a:ext cx="3911600" cy="58547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F13DF8-BC51-062E-3CF9-EBB605A60ACA}"/>
              </a:ext>
            </a:extLst>
          </p:cNvPr>
          <p:cNvSpPr/>
          <p:nvPr userDrawn="1"/>
        </p:nvSpPr>
        <p:spPr>
          <a:xfrm>
            <a:off x="8117576" y="2583402"/>
            <a:ext cx="4068000" cy="4273576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63B934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F48B-C994-70A8-42CF-6B5FBBE8C549}"/>
              </a:ext>
            </a:extLst>
          </p:cNvPr>
          <p:cNvSpPr/>
          <p:nvPr userDrawn="1"/>
        </p:nvSpPr>
        <p:spPr>
          <a:xfrm>
            <a:off x="45375" y="6400800"/>
            <a:ext cx="3142695" cy="381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2205-EA02-2911-F485-000F6C6C3FC1}"/>
              </a:ext>
            </a:extLst>
          </p:cNvPr>
          <p:cNvSpPr/>
          <p:nvPr userDrawn="1"/>
        </p:nvSpPr>
        <p:spPr>
          <a:xfrm>
            <a:off x="11630024" y="6284878"/>
            <a:ext cx="381001" cy="497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B0225-51F8-4800-9F9B-1FBE7E05CF90}"/>
              </a:ext>
            </a:extLst>
          </p:cNvPr>
          <p:cNvSpPr/>
          <p:nvPr userDrawn="1"/>
        </p:nvSpPr>
        <p:spPr>
          <a:xfrm>
            <a:off x="0" y="0"/>
            <a:ext cx="1412111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83C15-EB10-FBCB-6DA8-A74AE6CDBBEF}"/>
              </a:ext>
            </a:extLst>
          </p:cNvPr>
          <p:cNvSpPr/>
          <p:nvPr userDrawn="1"/>
        </p:nvSpPr>
        <p:spPr>
          <a:xfrm>
            <a:off x="11496583" y="6283856"/>
            <a:ext cx="695417" cy="57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B8DC-3C66-4ACB-51E9-3EE9679766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602039"/>
            <a:ext cx="5469384" cy="531812"/>
          </a:xfrm>
        </p:spPr>
        <p:txBody>
          <a:bodyPr lIns="12600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IN" dirty="0"/>
              <a:t>Presentation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03501-5D07-FDA1-E71B-9E56DB8E28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27188"/>
            <a:ext cx="5469384" cy="1801812"/>
          </a:xfrm>
        </p:spPr>
        <p:txBody>
          <a:bodyPr anchor="b"/>
          <a:lstStyle>
            <a:lvl1pPr algn="l">
              <a:defRPr sz="6000">
                <a:solidFill>
                  <a:srgbClr val="63B934"/>
                </a:solidFill>
                <a:latin typeface="+mn-lt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BD0105-2C5D-A2D7-4909-B991CE5F0A8F}"/>
              </a:ext>
            </a:extLst>
          </p:cNvPr>
          <p:cNvSpPr/>
          <p:nvPr userDrawn="1"/>
        </p:nvSpPr>
        <p:spPr>
          <a:xfrm>
            <a:off x="8545837" y="2976880"/>
            <a:ext cx="3260083" cy="3881120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63B934">
              <a:alpha val="95000"/>
            </a:srgbClr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9DF17-7E44-6CED-C580-321E926A62A4}"/>
              </a:ext>
            </a:extLst>
          </p:cNvPr>
          <p:cNvSpPr/>
          <p:nvPr userDrawn="1"/>
        </p:nvSpPr>
        <p:spPr>
          <a:xfrm>
            <a:off x="10790528" y="264370"/>
            <a:ext cx="1283104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4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1BE6-69D1-52D2-0A5E-365D6DAA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9F72-3260-01D3-55BE-9E9A72B3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06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85C173-1487-DAE7-A6F7-CE2A7CD66A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7EDBDA-6058-AA08-8A55-4FF9FF8BDB30}"/>
              </a:ext>
            </a:extLst>
          </p:cNvPr>
          <p:cNvSpPr/>
          <p:nvPr userDrawn="1"/>
        </p:nvSpPr>
        <p:spPr>
          <a:xfrm>
            <a:off x="831850" y="1682749"/>
            <a:ext cx="10521950" cy="2906713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BBDFD-DAA2-E3E0-9FF1-05BF293F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15843-032F-35CB-5C43-476CE675A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90837-36F1-9613-FAAB-EC2C61B58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582" y="248776"/>
            <a:ext cx="953996" cy="360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75A9C1-03AB-B350-6202-7F0F121D5FA9}"/>
              </a:ext>
            </a:extLst>
          </p:cNvPr>
          <p:cNvSpPr/>
          <p:nvPr userDrawn="1"/>
        </p:nvSpPr>
        <p:spPr>
          <a:xfrm>
            <a:off x="535927" y="1408609"/>
            <a:ext cx="3564000" cy="2592000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63B934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90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1F37-3914-1CE0-70F7-4179CFF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7F35-5167-ECB6-F558-4F72D4EE0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9007" y="875713"/>
            <a:ext cx="5181600" cy="5498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FFD84-3895-9268-7411-50E87B677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3007" y="875713"/>
            <a:ext cx="5181600" cy="5498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8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F3D20-7085-06DF-C148-2F398B36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294" y="882171"/>
            <a:ext cx="489707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ADE67-40EC-3972-D2A5-2012F20F3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4294" y="1706083"/>
            <a:ext cx="4897071" cy="4517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49776-380A-5DCD-D882-E680AB11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36706" y="882171"/>
            <a:ext cx="4921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1F9B8-3FF3-D1D4-02A9-943AD016A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36706" y="1706083"/>
            <a:ext cx="4921188" cy="45171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382E1B-453B-A8B8-3A03-57870CB7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360628" cy="6476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2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0189-0276-B342-FC77-EB4C350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6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9F1-E9E6-ABAA-EAAE-25C9B0C5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94" y="875773"/>
            <a:ext cx="3932237" cy="11962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0549-779A-2FC3-2AFC-AE475719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116" y="875773"/>
            <a:ext cx="6172200" cy="5457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ED2F0-E7EC-2064-E865-73007475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94" y="2072038"/>
            <a:ext cx="3932237" cy="42607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27EE8F-125C-6A96-DC54-15535EAEB48D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B1E3-0704-F74A-9E14-F7AE5573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95" y="874772"/>
            <a:ext cx="3932237" cy="11785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FECED-4F42-F32B-CE32-EA18A9333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3995" y="867899"/>
            <a:ext cx="6172200" cy="54435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99843-F378-1885-C750-EFEC30BD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95" y="2053283"/>
            <a:ext cx="3932237" cy="42581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06A6C2-52E1-9F0B-4541-49C6A478658E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9830-2781-A21E-EC58-4CEA294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6D0E-B415-C7AB-E5A8-659E15E6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8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F3665-BA50-D161-03C1-EABE8516B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85707" y="880029"/>
            <a:ext cx="2221267" cy="55207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5A1C5-3BC1-EE10-9573-803146F4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9007" y="880029"/>
            <a:ext cx="7734300" cy="55207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C365A5-9162-7EAA-35E2-22A8AD4E71C4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B865BB-FC3C-0CDB-9ED5-D371D1BFAB9E}"/>
              </a:ext>
            </a:extLst>
          </p:cNvPr>
          <p:cNvSpPr/>
          <p:nvPr userDrawn="1"/>
        </p:nvSpPr>
        <p:spPr>
          <a:xfrm>
            <a:off x="11496580" y="6423957"/>
            <a:ext cx="529462" cy="428248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D69B8-5DE5-F5BF-09B5-1BB00F4E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36062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8A38A-7D9E-C6E0-7D38-C6D72E74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552" y="874421"/>
            <a:ext cx="11782896" cy="5302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0A16C3-F180-A483-0815-F6CC96939378}"/>
              </a:ext>
            </a:extLst>
          </p:cNvPr>
          <p:cNvSpPr/>
          <p:nvPr userDrawn="1"/>
        </p:nvSpPr>
        <p:spPr>
          <a:xfrm>
            <a:off x="80992" y="84051"/>
            <a:ext cx="442290" cy="647673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gradFill>
              <a:gsLst>
                <a:gs pos="0">
                  <a:srgbClr val="63B934"/>
                </a:gs>
                <a:gs pos="100000">
                  <a:srgbClr val="00B050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0B06FC-D4D7-AD35-A664-230E305890C8}"/>
              </a:ext>
            </a:extLst>
          </p:cNvPr>
          <p:cNvSpPr/>
          <p:nvPr userDrawn="1"/>
        </p:nvSpPr>
        <p:spPr>
          <a:xfrm>
            <a:off x="204552" y="209847"/>
            <a:ext cx="315602" cy="521877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63B934"/>
              </a:gs>
              <a:gs pos="100000">
                <a:srgbClr val="00B050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D60C41-E9F0-9C68-2C8E-421A10DC536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95801" y="6474142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dirty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</a:rPr>
              <a:t>© 2023 Aithent Inc.  All Rights Reserved.</a:t>
            </a:r>
            <a:endParaRPr lang="en-US" alt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E6B1F8E-43ED-2CFF-ED23-C58FD8B02FA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532092" y="6438630"/>
            <a:ext cx="422803" cy="379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+mn-lt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+mn-lt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9F104A-E04E-73F8-E2FE-06D469D57C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582" y="231828"/>
            <a:ext cx="95399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7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2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microsoft.com/office/2007/relationships/hdphoto" Target="../media/hdphoto4.wdp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8D420B-33C9-C209-157A-29FF850A5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36" y="3602039"/>
            <a:ext cx="5469384" cy="531812"/>
          </a:xfrm>
        </p:spPr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5CDBE-2DCE-36D8-5CCA-2D56580C8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973" y="1627188"/>
            <a:ext cx="5469384" cy="1801812"/>
          </a:xfrm>
        </p:spPr>
        <p:txBody>
          <a:bodyPr/>
          <a:lstStyle/>
          <a:p>
            <a:r>
              <a:rPr lang="en-IN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A10F6-D00D-D9BA-029E-6957DCA46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9" y="233810"/>
            <a:ext cx="2861996" cy="108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47CE458-F119-5963-FE97-1B199AFA3D19}"/>
              </a:ext>
            </a:extLst>
          </p:cNvPr>
          <p:cNvSpPr txBox="1">
            <a:spLocks/>
          </p:cNvSpPr>
          <p:nvPr/>
        </p:nvSpPr>
        <p:spPr>
          <a:xfrm>
            <a:off x="524649" y="5610256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Presented by: </a:t>
            </a:r>
          </a:p>
          <a:p>
            <a:r>
              <a:rPr lang="en-US" sz="1600" dirty="0"/>
              <a:t>Date: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907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7C0E-D12F-6C12-8966-176F7433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1BAA-9767-A1D8-6E42-BEA13A1B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placerat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libero</a:t>
            </a:r>
          </a:p>
          <a:p>
            <a:r>
              <a:rPr lang="en-IN" dirty="0" err="1"/>
              <a:t>Varius</a:t>
            </a:r>
            <a:r>
              <a:rPr lang="en-IN" dirty="0"/>
              <a:t> </a:t>
            </a:r>
            <a:r>
              <a:rPr lang="en-IN" dirty="0" err="1"/>
              <a:t>viverra</a:t>
            </a:r>
            <a:r>
              <a:rPr lang="en-IN" dirty="0"/>
              <a:t> </a:t>
            </a:r>
            <a:r>
              <a:rPr lang="en-IN" dirty="0" err="1"/>
              <a:t>erat</a:t>
            </a:r>
            <a:endParaRPr lang="en-IN" dirty="0"/>
          </a:p>
          <a:p>
            <a:pPr lvl="1"/>
            <a:r>
              <a:rPr lang="en-IN" dirty="0" err="1"/>
              <a:t>Pellentesque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 </a:t>
            </a:r>
            <a:r>
              <a:rPr lang="en-IN" dirty="0" err="1"/>
              <a:t>rhoncus</a:t>
            </a:r>
            <a:r>
              <a:rPr lang="en-IN" dirty="0"/>
              <a:t> ne</a:t>
            </a:r>
          </a:p>
          <a:p>
            <a:pPr lvl="2"/>
            <a:r>
              <a:rPr lang="en-IN" dirty="0"/>
              <a:t>Duis </a:t>
            </a:r>
            <a:r>
              <a:rPr lang="en-IN" dirty="0" err="1"/>
              <a:t>neque</a:t>
            </a:r>
            <a:r>
              <a:rPr lang="en-IN" dirty="0"/>
              <a:t> ante, </a:t>
            </a:r>
            <a:r>
              <a:rPr lang="en-IN" dirty="0" err="1"/>
              <a:t>luctus</a:t>
            </a:r>
            <a:r>
              <a:rPr lang="en-IN" dirty="0"/>
              <a:t>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purus</a:t>
            </a:r>
            <a:r>
              <a:rPr lang="en-IN" dirty="0"/>
              <a:t> vitae, </a:t>
            </a:r>
            <a:r>
              <a:rPr lang="en-IN" dirty="0" err="1"/>
              <a:t>consectetur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14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64C7-D6EF-5A99-2B6B-1FF64A38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20912-16C0-2170-3DDF-28A4E974AD53}"/>
              </a:ext>
            </a:extLst>
          </p:cNvPr>
          <p:cNvSpPr/>
          <p:nvPr/>
        </p:nvSpPr>
        <p:spPr>
          <a:xfrm>
            <a:off x="6670675" y="3703977"/>
            <a:ext cx="756000" cy="756000"/>
          </a:xfrm>
          <a:prstGeom prst="rect">
            <a:avLst/>
          </a:prstGeom>
          <a:solidFill>
            <a:srgbClr val="FFC000"/>
          </a:solidFill>
          <a:ln>
            <a:solidFill>
              <a:srgbClr val="FCB1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AF6AD-E4D1-CA1A-E3B5-1ED2FB30F513}"/>
              </a:ext>
            </a:extLst>
          </p:cNvPr>
          <p:cNvSpPr/>
          <p:nvPr/>
        </p:nvSpPr>
        <p:spPr>
          <a:xfrm>
            <a:off x="6670675" y="2655654"/>
            <a:ext cx="756000" cy="756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3807-F39A-389F-2F1F-902B9DBB6577}"/>
              </a:ext>
            </a:extLst>
          </p:cNvPr>
          <p:cNvSpPr/>
          <p:nvPr/>
        </p:nvSpPr>
        <p:spPr>
          <a:xfrm>
            <a:off x="676993" y="4748928"/>
            <a:ext cx="756000" cy="756000"/>
          </a:xfrm>
          <a:prstGeom prst="rect">
            <a:avLst/>
          </a:prstGeom>
          <a:solidFill>
            <a:srgbClr val="2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F0A487-CBF1-2C71-5238-02333454C7E5}"/>
              </a:ext>
            </a:extLst>
          </p:cNvPr>
          <p:cNvSpPr/>
          <p:nvPr/>
        </p:nvSpPr>
        <p:spPr>
          <a:xfrm>
            <a:off x="676993" y="1607331"/>
            <a:ext cx="756000" cy="756000"/>
          </a:xfrm>
          <a:prstGeom prst="rect">
            <a:avLst/>
          </a:prstGeom>
          <a:solidFill>
            <a:srgbClr val="3578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9D322-D91D-38B1-571E-E9CD28161B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75" y="3901742"/>
            <a:ext cx="360000" cy="3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42A84E-127B-0AC0-6C5F-1BDCCC0F6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1805331"/>
            <a:ext cx="360000" cy="3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7C1654-2244-AEEF-BA48-65C0571CDB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75" y="2842315"/>
            <a:ext cx="360000" cy="4616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B45F96E-F8A7-F1A6-9BFD-9916BFE965D7}"/>
              </a:ext>
            </a:extLst>
          </p:cNvPr>
          <p:cNvSpPr/>
          <p:nvPr/>
        </p:nvSpPr>
        <p:spPr>
          <a:xfrm>
            <a:off x="676993" y="2655654"/>
            <a:ext cx="756000" cy="756000"/>
          </a:xfrm>
          <a:prstGeom prst="rect">
            <a:avLst/>
          </a:prstGeom>
          <a:solidFill>
            <a:srgbClr val="62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03B1FD-07C9-A31A-BA83-DA4BB53DFA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2843251"/>
            <a:ext cx="360000" cy="3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B4F15D-0993-DA19-48F9-D2A37DCA8F04}"/>
              </a:ext>
            </a:extLst>
          </p:cNvPr>
          <p:cNvSpPr txBox="1"/>
          <p:nvPr/>
        </p:nvSpPr>
        <p:spPr>
          <a:xfrm>
            <a:off x="1630993" y="1805331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90AA0-E457-3500-D780-0EA6027E309D}"/>
              </a:ext>
            </a:extLst>
          </p:cNvPr>
          <p:cNvSpPr txBox="1"/>
          <p:nvPr/>
        </p:nvSpPr>
        <p:spPr>
          <a:xfrm>
            <a:off x="1630993" y="2831223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6DB9D2-EA86-585D-9B34-1A2C34EB081A}"/>
              </a:ext>
            </a:extLst>
          </p:cNvPr>
          <p:cNvSpPr/>
          <p:nvPr/>
        </p:nvSpPr>
        <p:spPr>
          <a:xfrm>
            <a:off x="676993" y="3703977"/>
            <a:ext cx="756000" cy="756000"/>
          </a:xfrm>
          <a:prstGeom prst="rect">
            <a:avLst/>
          </a:prstGeom>
          <a:solidFill>
            <a:srgbClr val="8ED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75CD77-A993-BCE0-22A5-FAF9C0DB3C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3901742"/>
            <a:ext cx="360000" cy="36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6F84619-DAC5-D265-B797-DE1EE8862CAB}"/>
              </a:ext>
            </a:extLst>
          </p:cNvPr>
          <p:cNvSpPr txBox="1"/>
          <p:nvPr/>
        </p:nvSpPr>
        <p:spPr>
          <a:xfrm>
            <a:off x="1630993" y="3901742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201C0-2FC2-BF7B-1BC9-2EB884592A1F}"/>
              </a:ext>
            </a:extLst>
          </p:cNvPr>
          <p:cNvSpPr txBox="1"/>
          <p:nvPr/>
        </p:nvSpPr>
        <p:spPr>
          <a:xfrm>
            <a:off x="1630993" y="4896095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34045C-07B3-3112-0ED4-585E2EB1D347}"/>
              </a:ext>
            </a:extLst>
          </p:cNvPr>
          <p:cNvSpPr/>
          <p:nvPr/>
        </p:nvSpPr>
        <p:spPr>
          <a:xfrm>
            <a:off x="6670675" y="1607331"/>
            <a:ext cx="756000" cy="756000"/>
          </a:xfrm>
          <a:prstGeom prst="rect">
            <a:avLst/>
          </a:prstGeom>
          <a:solidFill>
            <a:srgbClr val="6EA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62A6C-6F2D-F684-6A48-A4D287D1D3CE}"/>
              </a:ext>
            </a:extLst>
          </p:cNvPr>
          <p:cNvSpPr txBox="1"/>
          <p:nvPr/>
        </p:nvSpPr>
        <p:spPr>
          <a:xfrm>
            <a:off x="7624675" y="1805331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E83746-051F-1628-E3EE-07F07BE3B068}"/>
              </a:ext>
            </a:extLst>
          </p:cNvPr>
          <p:cNvSpPr txBox="1"/>
          <p:nvPr/>
        </p:nvSpPr>
        <p:spPr>
          <a:xfrm>
            <a:off x="7624675" y="2831223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8CA082-94FE-2743-EF6B-3F6B74C4CB33}"/>
              </a:ext>
            </a:extLst>
          </p:cNvPr>
          <p:cNvSpPr txBox="1"/>
          <p:nvPr/>
        </p:nvSpPr>
        <p:spPr>
          <a:xfrm>
            <a:off x="7624675" y="3901742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82E511-2C00-F960-D84E-3A1CDC85FD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75" y="1801921"/>
            <a:ext cx="360000" cy="360000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3FF37075-D3AA-A3E4-65F6-6AF6DF5F030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493640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95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18E2-76E3-9951-8C52-20EC2CCA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6016133B-5A7A-6D8F-0588-833C2BC544C5}"/>
              </a:ext>
            </a:extLst>
          </p:cNvPr>
          <p:cNvSpPr/>
          <p:nvPr/>
        </p:nvSpPr>
        <p:spPr>
          <a:xfrm rot="5400000">
            <a:off x="1572523" y="3064242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CBA76EC3-C12F-5955-7239-98CF02BF90AF}"/>
              </a:ext>
            </a:extLst>
          </p:cNvPr>
          <p:cNvSpPr/>
          <p:nvPr/>
        </p:nvSpPr>
        <p:spPr>
          <a:xfrm rot="5400000">
            <a:off x="2105151" y="1818105"/>
            <a:ext cx="1692235" cy="1529552"/>
          </a:xfrm>
          <a:prstGeom prst="hexagon">
            <a:avLst/>
          </a:prstGeom>
          <a:solidFill>
            <a:srgbClr val="3578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BCC2595A-BCD5-1A9E-B2A0-DA0BF303884B}"/>
              </a:ext>
            </a:extLst>
          </p:cNvPr>
          <p:cNvSpPr/>
          <p:nvPr/>
        </p:nvSpPr>
        <p:spPr>
          <a:xfrm rot="5400000">
            <a:off x="3668023" y="3064243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B4BEAC74-0090-086F-F908-73E164AA16DC}"/>
              </a:ext>
            </a:extLst>
          </p:cNvPr>
          <p:cNvSpPr/>
          <p:nvPr/>
        </p:nvSpPr>
        <p:spPr>
          <a:xfrm rot="5400000">
            <a:off x="4200651" y="1818106"/>
            <a:ext cx="1692235" cy="1529552"/>
          </a:xfrm>
          <a:prstGeom prst="hexagon">
            <a:avLst/>
          </a:prstGeom>
          <a:solidFill>
            <a:srgbClr val="62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8A9ED5E5-823B-76D9-71E1-5BA0C8158881}"/>
              </a:ext>
            </a:extLst>
          </p:cNvPr>
          <p:cNvSpPr/>
          <p:nvPr/>
        </p:nvSpPr>
        <p:spPr>
          <a:xfrm rot="5400000">
            <a:off x="5763523" y="3064244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BA5D6BE7-D83C-346E-C5EF-379937ED1E84}"/>
              </a:ext>
            </a:extLst>
          </p:cNvPr>
          <p:cNvSpPr/>
          <p:nvPr/>
        </p:nvSpPr>
        <p:spPr>
          <a:xfrm rot="5400000">
            <a:off x="6296151" y="1818107"/>
            <a:ext cx="1692235" cy="1529552"/>
          </a:xfrm>
          <a:prstGeom prst="hexagon">
            <a:avLst/>
          </a:prstGeom>
          <a:solidFill>
            <a:srgbClr val="8ED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3923B367-A7DD-F06C-6E11-B7D985F59BF6}"/>
              </a:ext>
            </a:extLst>
          </p:cNvPr>
          <p:cNvSpPr/>
          <p:nvPr/>
        </p:nvSpPr>
        <p:spPr>
          <a:xfrm rot="5400000">
            <a:off x="7859023" y="3064245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38E8AA34-1251-A4AD-3910-CA4A9B37479E}"/>
              </a:ext>
            </a:extLst>
          </p:cNvPr>
          <p:cNvSpPr/>
          <p:nvPr/>
        </p:nvSpPr>
        <p:spPr>
          <a:xfrm rot="5400000">
            <a:off x="8391651" y="1818108"/>
            <a:ext cx="1692235" cy="1529552"/>
          </a:xfrm>
          <a:prstGeom prst="hexagon">
            <a:avLst/>
          </a:prstGeom>
          <a:solidFill>
            <a:srgbClr val="236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Badge 1 with solid fill">
            <a:extLst>
              <a:ext uri="{FF2B5EF4-FFF2-40B4-BE49-F238E27FC236}">
                <a16:creationId xmlns:a16="http://schemas.microsoft.com/office/drawing/2014/main" id="{87D8DD40-45B7-5BC3-042A-72472B14C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3570" y="2270835"/>
            <a:ext cx="540000" cy="540000"/>
          </a:xfrm>
          <a:prstGeom prst="rect">
            <a:avLst/>
          </a:prstGeom>
        </p:spPr>
      </p:pic>
      <p:pic>
        <p:nvPicPr>
          <p:cNvPr id="12" name="Graphic 11" descr="Badge with solid fill">
            <a:extLst>
              <a:ext uri="{FF2B5EF4-FFF2-40B4-BE49-F238E27FC236}">
                <a16:creationId xmlns:a16="http://schemas.microsoft.com/office/drawing/2014/main" id="{C81CB77D-7B0F-9757-05C2-5839B465E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6768" y="2270835"/>
            <a:ext cx="540000" cy="540000"/>
          </a:xfrm>
          <a:prstGeom prst="rect">
            <a:avLst/>
          </a:prstGeom>
        </p:spPr>
      </p:pic>
      <p:pic>
        <p:nvPicPr>
          <p:cNvPr id="13" name="Graphic 12" descr="Badge 3 with solid fill">
            <a:extLst>
              <a:ext uri="{FF2B5EF4-FFF2-40B4-BE49-F238E27FC236}">
                <a16:creationId xmlns:a16="http://schemas.microsoft.com/office/drawing/2014/main" id="{B6A367C1-AF3A-5B16-A964-262A4F1E4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2268" y="2267025"/>
            <a:ext cx="540000" cy="540000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741E3F82-27C2-5C37-2ACD-5D7500F829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67768" y="2267025"/>
            <a:ext cx="540000" cy="54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D48771-1F75-F222-912D-D4F0C19EF167}"/>
              </a:ext>
            </a:extLst>
          </p:cNvPr>
          <p:cNvSpPr txBox="1"/>
          <p:nvPr/>
        </p:nvSpPr>
        <p:spPr>
          <a:xfrm>
            <a:off x="2288195" y="3608437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75B78-B784-21CD-D9BB-5B9CFF8FD76A}"/>
              </a:ext>
            </a:extLst>
          </p:cNvPr>
          <p:cNvSpPr txBox="1"/>
          <p:nvPr/>
        </p:nvSpPr>
        <p:spPr>
          <a:xfrm>
            <a:off x="6464100" y="3588513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85921F-099D-13F5-87D1-33A917306813}"/>
              </a:ext>
            </a:extLst>
          </p:cNvPr>
          <p:cNvSpPr txBox="1"/>
          <p:nvPr/>
        </p:nvSpPr>
        <p:spPr>
          <a:xfrm>
            <a:off x="4368695" y="3655406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707B2B-CBB2-61E1-3676-0559E031350E}"/>
              </a:ext>
            </a:extLst>
          </p:cNvPr>
          <p:cNvSpPr txBox="1"/>
          <p:nvPr/>
        </p:nvSpPr>
        <p:spPr>
          <a:xfrm>
            <a:off x="8605898" y="3588513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</p:spTree>
    <p:extLst>
      <p:ext uri="{BB962C8B-B14F-4D97-AF65-F5344CB8AC3E}">
        <p14:creationId xmlns:p14="http://schemas.microsoft.com/office/powerpoint/2010/main" val="197315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44A9-B71E-8590-2382-53D64404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E18319-35D9-62C2-959A-09AC12E0183F}"/>
              </a:ext>
            </a:extLst>
          </p:cNvPr>
          <p:cNvSpPr/>
          <p:nvPr/>
        </p:nvSpPr>
        <p:spPr>
          <a:xfrm>
            <a:off x="1978821" y="4179127"/>
            <a:ext cx="2066925" cy="1830120"/>
          </a:xfrm>
          <a:prstGeom prst="rect">
            <a:avLst/>
          </a:prstGeom>
          <a:solidFill>
            <a:srgbClr val="357811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algn="ctr"/>
            <a:r>
              <a:rPr lang="en-US" sz="1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3E74-CB7B-478B-2501-2B3B80644509}"/>
              </a:ext>
            </a:extLst>
          </p:cNvPr>
          <p:cNvSpPr/>
          <p:nvPr/>
        </p:nvSpPr>
        <p:spPr>
          <a:xfrm>
            <a:off x="4036221" y="3590091"/>
            <a:ext cx="2066925" cy="2430421"/>
          </a:xfrm>
          <a:prstGeom prst="rect">
            <a:avLst/>
          </a:prstGeom>
          <a:solidFill>
            <a:srgbClr val="62B934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algn="ctr"/>
            <a:r>
              <a:rPr lang="en-US" sz="1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D4A8F-0DC4-C9B5-4E5C-C134A28D915C}"/>
              </a:ext>
            </a:extLst>
          </p:cNvPr>
          <p:cNvSpPr/>
          <p:nvPr/>
        </p:nvSpPr>
        <p:spPr>
          <a:xfrm>
            <a:off x="6096000" y="2978907"/>
            <a:ext cx="2066925" cy="3044453"/>
          </a:xfrm>
          <a:prstGeom prst="rect">
            <a:avLst/>
          </a:prstGeom>
          <a:solidFill>
            <a:srgbClr val="8EDC65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algn="ctr"/>
            <a:r>
              <a:rPr lang="en-US" sz="1200" b="1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8FFCE-2EB1-5D3E-1B63-413207E1E7A6}"/>
              </a:ext>
            </a:extLst>
          </p:cNvPr>
          <p:cNvSpPr/>
          <p:nvPr/>
        </p:nvSpPr>
        <p:spPr>
          <a:xfrm>
            <a:off x="8146254" y="2406780"/>
            <a:ext cx="2066925" cy="3613732"/>
          </a:xfrm>
          <a:prstGeom prst="rect">
            <a:avLst/>
          </a:prstGeom>
          <a:solidFill>
            <a:srgbClr val="236575"/>
          </a:solidFill>
          <a:ln w="349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algn="ctr"/>
            <a:r>
              <a:rPr lang="en-US" sz="1200" b="1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F076DE-9CDA-E0C2-5280-3F9F27133574}"/>
              </a:ext>
            </a:extLst>
          </p:cNvPr>
          <p:cNvSpPr/>
          <p:nvPr/>
        </p:nvSpPr>
        <p:spPr>
          <a:xfrm>
            <a:off x="2640364" y="2988464"/>
            <a:ext cx="648000" cy="648000"/>
          </a:xfrm>
          <a:prstGeom prst="ellipse">
            <a:avLst/>
          </a:prstGeom>
          <a:solidFill>
            <a:srgbClr val="3578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B835D-E5BD-835F-1951-E22CB85F9C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89" y="3123935"/>
            <a:ext cx="360000" cy="360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9F7D4B3-52D1-AA30-00EF-6CA616958D26}"/>
              </a:ext>
            </a:extLst>
          </p:cNvPr>
          <p:cNvSpPr/>
          <p:nvPr/>
        </p:nvSpPr>
        <p:spPr>
          <a:xfrm>
            <a:off x="4557562" y="2458373"/>
            <a:ext cx="648000" cy="648000"/>
          </a:xfrm>
          <a:prstGeom prst="ellipse">
            <a:avLst/>
          </a:prstGeom>
          <a:solidFill>
            <a:srgbClr val="62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ACADD6-45B1-7F1C-0F6A-416C6F099332}"/>
              </a:ext>
            </a:extLst>
          </p:cNvPr>
          <p:cNvSpPr/>
          <p:nvPr/>
        </p:nvSpPr>
        <p:spPr>
          <a:xfrm>
            <a:off x="6745146" y="1890202"/>
            <a:ext cx="648000" cy="648000"/>
          </a:xfrm>
          <a:prstGeom prst="ellipse">
            <a:avLst/>
          </a:prstGeom>
          <a:solidFill>
            <a:srgbClr val="8EDC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C14EB3-4D35-F9F6-B69B-4C30D11E308B}"/>
              </a:ext>
            </a:extLst>
          </p:cNvPr>
          <p:cNvSpPr/>
          <p:nvPr/>
        </p:nvSpPr>
        <p:spPr>
          <a:xfrm>
            <a:off x="8782483" y="1393905"/>
            <a:ext cx="648000" cy="648000"/>
          </a:xfrm>
          <a:prstGeom prst="ellipse">
            <a:avLst/>
          </a:prstGeom>
          <a:solidFill>
            <a:srgbClr val="23657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15952C-B94C-A1F0-F483-8907CFC622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087" y="2602373"/>
            <a:ext cx="360000" cy="3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94A17B-2CD5-813F-74CE-84A9997F0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56" y="1367184"/>
            <a:ext cx="360000" cy="3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10D241-9AB5-3906-FFBE-2CBAB52190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008" y="1537905"/>
            <a:ext cx="36000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5FF063-BB3D-3823-F741-8E95FAFE024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146" y="2041905"/>
            <a:ext cx="324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8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6AB8-DC16-F36B-A0EE-B6A2E6AB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69DE4-52D3-B91F-5129-FB5AB6A96685}"/>
              </a:ext>
            </a:extLst>
          </p:cNvPr>
          <p:cNvSpPr/>
          <p:nvPr/>
        </p:nvSpPr>
        <p:spPr>
          <a:xfrm>
            <a:off x="3510078" y="1160315"/>
            <a:ext cx="5171844" cy="895350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8C58F620-37C0-68DE-9EE3-5E6DCED141E1}"/>
              </a:ext>
            </a:extLst>
          </p:cNvPr>
          <p:cNvSpPr/>
          <p:nvPr/>
        </p:nvSpPr>
        <p:spPr>
          <a:xfrm rot="2700000">
            <a:off x="2950587" y="1151075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35781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85D2A-BD30-2F4E-A0C3-6A28B89DEC5E}"/>
              </a:ext>
            </a:extLst>
          </p:cNvPr>
          <p:cNvSpPr/>
          <p:nvPr/>
        </p:nvSpPr>
        <p:spPr>
          <a:xfrm>
            <a:off x="3511340" y="4758276"/>
            <a:ext cx="5171844" cy="895350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7A8C1ACC-B414-35F4-47AD-141FE627E577}"/>
              </a:ext>
            </a:extLst>
          </p:cNvPr>
          <p:cNvSpPr/>
          <p:nvPr/>
        </p:nvSpPr>
        <p:spPr>
          <a:xfrm rot="2700000">
            <a:off x="3038772" y="4762160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23657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9DD669-BE21-D055-5030-0DF1C7A5996C}"/>
              </a:ext>
            </a:extLst>
          </p:cNvPr>
          <p:cNvSpPr/>
          <p:nvPr/>
        </p:nvSpPr>
        <p:spPr>
          <a:xfrm>
            <a:off x="3510078" y="3555749"/>
            <a:ext cx="5171844" cy="895350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79E6D8-39FA-538E-3362-3CADD953FA4D}"/>
              </a:ext>
            </a:extLst>
          </p:cNvPr>
          <p:cNvSpPr/>
          <p:nvPr/>
        </p:nvSpPr>
        <p:spPr>
          <a:xfrm>
            <a:off x="3510078" y="2347043"/>
            <a:ext cx="5171844" cy="895350"/>
          </a:xfrm>
          <a:prstGeom prst="rect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BC92A8-646C-E7C4-5400-570D71F149C4}"/>
              </a:ext>
            </a:extLst>
          </p:cNvPr>
          <p:cNvSpPr/>
          <p:nvPr/>
        </p:nvSpPr>
        <p:spPr>
          <a:xfrm>
            <a:off x="3109282" y="1302347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1</a:t>
            </a:r>
            <a:endParaRPr lang="en-IN" sz="2400" kern="1200" dirty="0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DE942E88-A6EC-E8BD-3458-69F8B37DEB59}"/>
              </a:ext>
            </a:extLst>
          </p:cNvPr>
          <p:cNvSpPr/>
          <p:nvPr/>
        </p:nvSpPr>
        <p:spPr>
          <a:xfrm rot="2700000">
            <a:off x="2979982" y="2354770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62B93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A6AA1E-46E1-52B2-05F0-6FF2F7CB64D3}"/>
              </a:ext>
            </a:extLst>
          </p:cNvPr>
          <p:cNvSpPr/>
          <p:nvPr/>
        </p:nvSpPr>
        <p:spPr>
          <a:xfrm>
            <a:off x="3131223" y="2506042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2</a:t>
            </a:r>
            <a:endParaRPr lang="en-IN" sz="2400" kern="1200" dirty="0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96995120-E554-2802-3C85-336FE8356FA9}"/>
              </a:ext>
            </a:extLst>
          </p:cNvPr>
          <p:cNvSpPr/>
          <p:nvPr/>
        </p:nvSpPr>
        <p:spPr>
          <a:xfrm rot="2700000">
            <a:off x="3009377" y="3558465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8EDC6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6DCD78A-8A0B-1A4B-C18D-DBA37A1246BB}"/>
              </a:ext>
            </a:extLst>
          </p:cNvPr>
          <p:cNvSpPr/>
          <p:nvPr/>
        </p:nvSpPr>
        <p:spPr>
          <a:xfrm>
            <a:off x="3160618" y="3709737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3</a:t>
            </a:r>
            <a:endParaRPr lang="en-IN" sz="24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31474F8-5334-06E3-121E-CD84A9D6D713}"/>
              </a:ext>
            </a:extLst>
          </p:cNvPr>
          <p:cNvSpPr/>
          <p:nvPr/>
        </p:nvSpPr>
        <p:spPr>
          <a:xfrm>
            <a:off x="3199538" y="4913432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4</a:t>
            </a:r>
            <a:endParaRPr lang="en-IN" sz="2400" kern="1200" dirty="0"/>
          </a:p>
        </p:txBody>
      </p:sp>
    </p:spTree>
    <p:extLst>
      <p:ext uri="{BB962C8B-B14F-4D97-AF65-F5344CB8AC3E}">
        <p14:creationId xmlns:p14="http://schemas.microsoft.com/office/powerpoint/2010/main" val="55949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DEEE-6AEB-CC3A-D7B7-3CA180E7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8AA86-DA96-B515-5224-65059D08800A}"/>
              </a:ext>
            </a:extLst>
          </p:cNvPr>
          <p:cNvSpPr/>
          <p:nvPr/>
        </p:nvSpPr>
        <p:spPr>
          <a:xfrm>
            <a:off x="5638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4A221FBF-71CA-F4C7-00AD-4BCEA69144E0}"/>
              </a:ext>
            </a:extLst>
          </p:cNvPr>
          <p:cNvSpPr/>
          <p:nvPr/>
        </p:nvSpPr>
        <p:spPr>
          <a:xfrm>
            <a:off x="563879" y="1660249"/>
            <a:ext cx="2484121" cy="1570632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E6282-2EFF-9B7D-1015-5986BB56A69F}"/>
              </a:ext>
            </a:extLst>
          </p:cNvPr>
          <p:cNvSpPr/>
          <p:nvPr/>
        </p:nvSpPr>
        <p:spPr>
          <a:xfrm>
            <a:off x="563879" y="1660248"/>
            <a:ext cx="2484121" cy="433669"/>
          </a:xfrm>
          <a:prstGeom prst="rect">
            <a:avLst/>
          </a:prstGeom>
          <a:solidFill>
            <a:srgbClr val="357811"/>
          </a:solidFill>
          <a:ln w="15875">
            <a:solidFill>
              <a:srgbClr val="35781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7C977B-4A58-39BB-EACA-839465C14D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264" y="2343725"/>
            <a:ext cx="497502" cy="4975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4C104C-7C77-3FFC-A67C-0D0E21B58393}"/>
              </a:ext>
            </a:extLst>
          </p:cNvPr>
          <p:cNvSpPr/>
          <p:nvPr/>
        </p:nvSpPr>
        <p:spPr>
          <a:xfrm>
            <a:off x="3459479" y="2093917"/>
            <a:ext cx="2486209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9858613B-A735-881D-A680-72AA755DB7A8}"/>
              </a:ext>
            </a:extLst>
          </p:cNvPr>
          <p:cNvSpPr/>
          <p:nvPr/>
        </p:nvSpPr>
        <p:spPr>
          <a:xfrm>
            <a:off x="34594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2D199F-58C8-5236-4A15-638900779110}"/>
              </a:ext>
            </a:extLst>
          </p:cNvPr>
          <p:cNvSpPr/>
          <p:nvPr/>
        </p:nvSpPr>
        <p:spPr>
          <a:xfrm>
            <a:off x="3459479" y="1660248"/>
            <a:ext cx="2484121" cy="433669"/>
          </a:xfrm>
          <a:prstGeom prst="rect">
            <a:avLst/>
          </a:prstGeom>
          <a:solidFill>
            <a:srgbClr val="62B934"/>
          </a:solidFill>
          <a:ln w="15875">
            <a:solidFill>
              <a:srgbClr val="62B93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C95BFF-E206-CBDE-80B3-BB0B1D729586}"/>
              </a:ext>
            </a:extLst>
          </p:cNvPr>
          <p:cNvSpPr/>
          <p:nvPr/>
        </p:nvSpPr>
        <p:spPr>
          <a:xfrm>
            <a:off x="63550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19598129-C524-FA88-CF43-8710C796F128}"/>
              </a:ext>
            </a:extLst>
          </p:cNvPr>
          <p:cNvSpPr/>
          <p:nvPr/>
        </p:nvSpPr>
        <p:spPr>
          <a:xfrm>
            <a:off x="63550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8CF2FF-9FA6-3EDE-27DF-A9BB9B85C45B}"/>
              </a:ext>
            </a:extLst>
          </p:cNvPr>
          <p:cNvSpPr/>
          <p:nvPr/>
        </p:nvSpPr>
        <p:spPr>
          <a:xfrm>
            <a:off x="6355079" y="1660248"/>
            <a:ext cx="2484121" cy="433669"/>
          </a:xfrm>
          <a:prstGeom prst="rect">
            <a:avLst/>
          </a:prstGeom>
          <a:solidFill>
            <a:srgbClr val="8EDC65"/>
          </a:solidFill>
          <a:ln w="15875">
            <a:solidFill>
              <a:srgbClr val="8EDC6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3E5FA0-2894-1BC7-43FC-A745D4D58079}"/>
              </a:ext>
            </a:extLst>
          </p:cNvPr>
          <p:cNvSpPr/>
          <p:nvPr/>
        </p:nvSpPr>
        <p:spPr>
          <a:xfrm>
            <a:off x="92506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C356B554-2690-1774-26FB-077AF74C7FF1}"/>
              </a:ext>
            </a:extLst>
          </p:cNvPr>
          <p:cNvSpPr/>
          <p:nvPr/>
        </p:nvSpPr>
        <p:spPr>
          <a:xfrm>
            <a:off x="92506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0EF288-BC3D-2C32-BB99-B412485D4E55}"/>
              </a:ext>
            </a:extLst>
          </p:cNvPr>
          <p:cNvSpPr/>
          <p:nvPr/>
        </p:nvSpPr>
        <p:spPr>
          <a:xfrm>
            <a:off x="9250679" y="1660248"/>
            <a:ext cx="2484121" cy="433669"/>
          </a:xfrm>
          <a:prstGeom prst="rect">
            <a:avLst/>
          </a:prstGeom>
          <a:solidFill>
            <a:srgbClr val="236575"/>
          </a:solidFill>
          <a:ln w="15875">
            <a:solidFill>
              <a:srgbClr val="23657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1CCD72-43CA-422F-4471-80AE02D072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715" y="2345932"/>
            <a:ext cx="495295" cy="495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D05BF9-671F-984F-262A-D9F646BE84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508" y="2343725"/>
            <a:ext cx="507661" cy="507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8701C2-CE7E-B203-CBDA-C191CB3A5A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39" y="2376476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3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361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Wingdings</vt:lpstr>
      <vt:lpstr>Office Theme</vt:lpstr>
      <vt:lpstr>Presentation Title</vt:lpstr>
      <vt:lpstr>Lorem ipsum dolor sit amet</vt:lpstr>
      <vt:lpstr>Lorem ipsum dolor sit amet</vt:lpstr>
      <vt:lpstr>Lorem ipsum dolor sit amet</vt:lpstr>
      <vt:lpstr>Lorem ipsum dolor sit amet</vt:lpstr>
      <vt:lpstr>Lorem ipsum dolor sit amet</vt:lpstr>
      <vt:lpstr>Lorem ipsum dolor sit amet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24</cp:revision>
  <dcterms:created xsi:type="dcterms:W3CDTF">2022-12-23T14:14:28Z</dcterms:created>
  <dcterms:modified xsi:type="dcterms:W3CDTF">2022-12-30T09:13:12Z</dcterms:modified>
</cp:coreProperties>
</file>