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28"/>
    <a:srgbClr val="DA7E22"/>
    <a:srgbClr val="824B14"/>
    <a:srgbClr val="DF961F"/>
    <a:srgbClr val="A22A2A"/>
    <a:srgbClr val="E56D6D"/>
    <a:srgbClr val="6EA5B3"/>
    <a:srgbClr val="0089D3"/>
    <a:srgbClr val="CB3535"/>
    <a:srgbClr val="EFD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98" autoAdjust="0"/>
    <p:restoredTop sz="95401" autoAdjust="0"/>
  </p:normalViewPr>
  <p:slideViewPr>
    <p:cSldViewPr snapToGrid="0" showGuides="1">
      <p:cViewPr>
        <p:scale>
          <a:sx n="100" d="100"/>
          <a:sy n="100" d="100"/>
        </p:scale>
        <p:origin x="-3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AEC4A5-584A-4FD7-B8DC-B5FF8F45E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E4AB5-987B-430E-9EFF-A7F9D924DC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3E2F8-00F7-45DE-A34F-CFD8F91CF781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0A7AB-E06D-47BA-B043-1B5EB06C75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D783E-731E-4A8D-BA20-F7CD8772FF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13DB-BCAA-4F6E-A705-4DD3F04D9B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196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AD138-ABDB-4324-9978-1585ED9F17A0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FB441-C72F-4DB4-BF1B-424E77398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FB441-C72F-4DB4-BF1B-424E77398E4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1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uilding with many windows&#10;&#10;Description automatically generated">
            <a:extLst>
              <a:ext uri="{FF2B5EF4-FFF2-40B4-BE49-F238E27FC236}">
                <a16:creationId xmlns:a16="http://schemas.microsoft.com/office/drawing/2014/main" id="{599FC9CD-32CD-2297-95FF-3A7BE97153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4" t="9559" r="20519" b="6189"/>
          <a:stretch>
            <a:fillRect/>
          </a:stretch>
        </p:blipFill>
        <p:spPr>
          <a:xfrm>
            <a:off x="1" y="-18492"/>
            <a:ext cx="5355127" cy="4836154"/>
          </a:xfrm>
          <a:custGeom>
            <a:avLst/>
            <a:gdLst>
              <a:gd name="connsiteX0" fmla="*/ 0 w 5355127"/>
              <a:gd name="connsiteY0" fmla="*/ 0 h 4836154"/>
              <a:gd name="connsiteX1" fmla="*/ 4919247 w 5355127"/>
              <a:gd name="connsiteY1" fmla="*/ 0 h 4836154"/>
              <a:gd name="connsiteX2" fmla="*/ 4966156 w 5355127"/>
              <a:gd name="connsiteY2" fmla="*/ 77215 h 4836154"/>
              <a:gd name="connsiteX3" fmla="*/ 5355127 w 5355127"/>
              <a:gd name="connsiteY3" fmla="*/ 1613380 h 4836154"/>
              <a:gd name="connsiteX4" fmla="*/ 2132353 w 5355127"/>
              <a:gd name="connsiteY4" fmla="*/ 4836154 h 4836154"/>
              <a:gd name="connsiteX5" fmla="*/ 82370 w 5355127"/>
              <a:gd name="connsiteY5" fmla="*/ 4100229 h 4836154"/>
              <a:gd name="connsiteX6" fmla="*/ 0 w 5355127"/>
              <a:gd name="connsiteY6" fmla="*/ 4025367 h 48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5127" h="4836154">
                <a:moveTo>
                  <a:pt x="0" y="0"/>
                </a:moveTo>
                <a:lnTo>
                  <a:pt x="4919247" y="0"/>
                </a:lnTo>
                <a:lnTo>
                  <a:pt x="4966156" y="77215"/>
                </a:lnTo>
                <a:cubicBezTo>
                  <a:pt x="5214221" y="533860"/>
                  <a:pt x="5355127" y="1057165"/>
                  <a:pt x="5355127" y="1613380"/>
                </a:cubicBezTo>
                <a:cubicBezTo>
                  <a:pt x="5355127" y="3393269"/>
                  <a:pt x="3912242" y="4836154"/>
                  <a:pt x="2132353" y="4836154"/>
                </a:cubicBezTo>
                <a:cubicBezTo>
                  <a:pt x="1353652" y="4836154"/>
                  <a:pt x="639455" y="4559977"/>
                  <a:pt x="82370" y="4100229"/>
                </a:cubicBezTo>
                <a:lnTo>
                  <a:pt x="0" y="4025367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BB5EB4-3996-CB41-6927-5DE140E2E2CC}"/>
              </a:ext>
            </a:extLst>
          </p:cNvPr>
          <p:cNvSpPr/>
          <p:nvPr userDrawn="1"/>
        </p:nvSpPr>
        <p:spPr>
          <a:xfrm>
            <a:off x="1352967" y="5692877"/>
            <a:ext cx="10726257" cy="1175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563E4-2FD3-FA0C-C40C-CF6E1C870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2702718"/>
            <a:ext cx="5720220" cy="1471613"/>
          </a:xfrm>
        </p:spPr>
        <p:txBody>
          <a:bodyPr anchor="ctr">
            <a:normAutofit/>
          </a:bodyPr>
          <a:lstStyle>
            <a:lvl1pPr algn="l">
              <a:defRPr sz="5000" b="0">
                <a:solidFill>
                  <a:srgbClr val="DD3F3F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46ECC-8A04-E12F-FF42-9E8E4D4D57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5624" y="4252024"/>
            <a:ext cx="5226444" cy="567626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N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B1BE956-8C2C-EA78-DAE9-C7585ADA9F5A}"/>
              </a:ext>
            </a:extLst>
          </p:cNvPr>
          <p:cNvSpPr>
            <a:spLocks/>
          </p:cNvSpPr>
          <p:nvPr userDrawn="1"/>
        </p:nvSpPr>
        <p:spPr bwMode="auto">
          <a:xfrm>
            <a:off x="-19050" y="-8553"/>
            <a:ext cx="6197600" cy="6876000"/>
          </a:xfrm>
          <a:custGeom>
            <a:avLst/>
            <a:gdLst>
              <a:gd name="T0" fmla="*/ 1775 w 1952"/>
              <a:gd name="T1" fmla="*/ 0 h 2160"/>
              <a:gd name="T2" fmla="*/ 1919 w 1952"/>
              <a:gd name="T3" fmla="*/ 0 h 2160"/>
              <a:gd name="T4" fmla="*/ 1940 w 1952"/>
              <a:gd name="T5" fmla="*/ 0 h 2160"/>
              <a:gd name="T6" fmla="*/ 1945 w 1952"/>
              <a:gd name="T7" fmla="*/ 43 h 2160"/>
              <a:gd name="T8" fmla="*/ 1950 w 1952"/>
              <a:gd name="T9" fmla="*/ 108 h 2160"/>
              <a:gd name="T10" fmla="*/ 1944 w 1952"/>
              <a:gd name="T11" fmla="*/ 289 h 2160"/>
              <a:gd name="T12" fmla="*/ 1938 w 1952"/>
              <a:gd name="T13" fmla="*/ 343 h 2160"/>
              <a:gd name="T14" fmla="*/ 1926 w 1952"/>
              <a:gd name="T15" fmla="*/ 453 h 2160"/>
              <a:gd name="T16" fmla="*/ 1914 w 1952"/>
              <a:gd name="T17" fmla="*/ 513 h 2160"/>
              <a:gd name="T18" fmla="*/ 1908 w 1952"/>
              <a:gd name="T19" fmla="*/ 538 h 2160"/>
              <a:gd name="T20" fmla="*/ 1896 w 1952"/>
              <a:gd name="T21" fmla="*/ 585 h 2160"/>
              <a:gd name="T22" fmla="*/ 1878 w 1952"/>
              <a:gd name="T23" fmla="*/ 650 h 2160"/>
              <a:gd name="T24" fmla="*/ 1872 w 1952"/>
              <a:gd name="T25" fmla="*/ 669 h 2160"/>
              <a:gd name="T26" fmla="*/ 1866 w 1952"/>
              <a:gd name="T27" fmla="*/ 687 h 2160"/>
              <a:gd name="T28" fmla="*/ 1860 w 1952"/>
              <a:gd name="T29" fmla="*/ 705 h 2160"/>
              <a:gd name="T30" fmla="*/ 1796 w 1952"/>
              <a:gd name="T31" fmla="*/ 866 h 2160"/>
              <a:gd name="T32" fmla="*/ 1645 w 1952"/>
              <a:gd name="T33" fmla="*/ 1116 h 2160"/>
              <a:gd name="T34" fmla="*/ 1525 w 1952"/>
              <a:gd name="T35" fmla="*/ 1260 h 2160"/>
              <a:gd name="T36" fmla="*/ 1518 w 1952"/>
              <a:gd name="T37" fmla="*/ 1266 h 2160"/>
              <a:gd name="T38" fmla="*/ 1515 w 1952"/>
              <a:gd name="T39" fmla="*/ 1271 h 2160"/>
              <a:gd name="T40" fmla="*/ 1512 w 1952"/>
              <a:gd name="T41" fmla="*/ 1275 h 2160"/>
              <a:gd name="T42" fmla="*/ 1509 w 1952"/>
              <a:gd name="T43" fmla="*/ 1278 h 2160"/>
              <a:gd name="T44" fmla="*/ 1506 w 1952"/>
              <a:gd name="T45" fmla="*/ 1281 h 2160"/>
              <a:gd name="T46" fmla="*/ 1503 w 1952"/>
              <a:gd name="T47" fmla="*/ 1284 h 2160"/>
              <a:gd name="T48" fmla="*/ 1500 w 1952"/>
              <a:gd name="T49" fmla="*/ 1287 h 2160"/>
              <a:gd name="T50" fmla="*/ 1497 w 1952"/>
              <a:gd name="T51" fmla="*/ 1290 h 2160"/>
              <a:gd name="T52" fmla="*/ 1494 w 1952"/>
              <a:gd name="T53" fmla="*/ 1293 h 2160"/>
              <a:gd name="T54" fmla="*/ 1491 w 1952"/>
              <a:gd name="T55" fmla="*/ 1296 h 2160"/>
              <a:gd name="T56" fmla="*/ 1474 w 1952"/>
              <a:gd name="T57" fmla="*/ 1314 h 2160"/>
              <a:gd name="T58" fmla="*/ 1470 w 1952"/>
              <a:gd name="T59" fmla="*/ 1317 h 2160"/>
              <a:gd name="T60" fmla="*/ 1467 w 1952"/>
              <a:gd name="T61" fmla="*/ 1320 h 2160"/>
              <a:gd name="T62" fmla="*/ 1464 w 1952"/>
              <a:gd name="T63" fmla="*/ 1323 h 2160"/>
              <a:gd name="T64" fmla="*/ 1461 w 1952"/>
              <a:gd name="T65" fmla="*/ 1326 h 2160"/>
              <a:gd name="T66" fmla="*/ 1458 w 1952"/>
              <a:gd name="T67" fmla="*/ 1329 h 2160"/>
              <a:gd name="T68" fmla="*/ 1455 w 1952"/>
              <a:gd name="T69" fmla="*/ 1332 h 2160"/>
              <a:gd name="T70" fmla="*/ 1452 w 1952"/>
              <a:gd name="T71" fmla="*/ 1335 h 2160"/>
              <a:gd name="T72" fmla="*/ 1449 w 1952"/>
              <a:gd name="T73" fmla="*/ 1338 h 2160"/>
              <a:gd name="T74" fmla="*/ 1436 w 1952"/>
              <a:gd name="T75" fmla="*/ 1352 h 2160"/>
              <a:gd name="T76" fmla="*/ 1312 w 1952"/>
              <a:gd name="T77" fmla="*/ 1457 h 2160"/>
              <a:gd name="T78" fmla="*/ 888 w 1952"/>
              <a:gd name="T79" fmla="*/ 1701 h 2160"/>
              <a:gd name="T80" fmla="*/ 520 w 1952"/>
              <a:gd name="T81" fmla="*/ 1877 h 2160"/>
              <a:gd name="T82" fmla="*/ 222 w 1952"/>
              <a:gd name="T83" fmla="*/ 2160 h 2160"/>
              <a:gd name="T84" fmla="*/ 0 w 1952"/>
              <a:gd name="T85" fmla="*/ 2148 h 2160"/>
              <a:gd name="T86" fmla="*/ 53 w 1952"/>
              <a:gd name="T87" fmla="*/ 1806 h 2160"/>
              <a:gd name="T88" fmla="*/ 399 w 1952"/>
              <a:gd name="T89" fmla="*/ 1759 h 2160"/>
              <a:gd name="T90" fmla="*/ 387 w 1952"/>
              <a:gd name="T91" fmla="*/ 1751 h 2160"/>
              <a:gd name="T92" fmla="*/ 125 w 1952"/>
              <a:gd name="T93" fmla="*/ 1735 h 2160"/>
              <a:gd name="T94" fmla="*/ 0 w 1952"/>
              <a:gd name="T95" fmla="*/ 1614 h 2160"/>
              <a:gd name="T96" fmla="*/ 103 w 1952"/>
              <a:gd name="T97" fmla="*/ 1649 h 2160"/>
              <a:gd name="T98" fmla="*/ 834 w 1952"/>
              <a:gd name="T99" fmla="*/ 1637 h 2160"/>
              <a:gd name="T100" fmla="*/ 814 w 1952"/>
              <a:gd name="T101" fmla="*/ 1631 h 2160"/>
              <a:gd name="T102" fmla="*/ 465 w 1952"/>
              <a:gd name="T103" fmla="*/ 1639 h 2160"/>
              <a:gd name="T104" fmla="*/ 0 w 1952"/>
              <a:gd name="T105" fmla="*/ 1467 h 2160"/>
              <a:gd name="T106" fmla="*/ 138 w 1952"/>
              <a:gd name="T107" fmla="*/ 1446 h 2160"/>
              <a:gd name="T108" fmla="*/ 719 w 1952"/>
              <a:gd name="T109" fmla="*/ 1582 h 2160"/>
              <a:gd name="T110" fmla="*/ 1321 w 1952"/>
              <a:gd name="T111" fmla="*/ 1367 h 2160"/>
              <a:gd name="T112" fmla="*/ 1745 w 1952"/>
              <a:gd name="T113" fmla="*/ 642 h 2160"/>
              <a:gd name="T114" fmla="*/ 1719 w 1952"/>
              <a:gd name="T115" fmla="*/ 169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952" h="2160">
                <a:moveTo>
                  <a:pt x="1677" y="0"/>
                </a:moveTo>
                <a:cubicBezTo>
                  <a:pt x="1699" y="0"/>
                  <a:pt x="1733" y="0"/>
                  <a:pt x="1775" y="0"/>
                </a:cubicBezTo>
                <a:cubicBezTo>
                  <a:pt x="1787" y="0"/>
                  <a:pt x="1799" y="0"/>
                  <a:pt x="1810" y="0"/>
                </a:cubicBezTo>
                <a:cubicBezTo>
                  <a:pt x="1851" y="0"/>
                  <a:pt x="1900" y="0"/>
                  <a:pt x="1919" y="0"/>
                </a:cubicBezTo>
                <a:cubicBezTo>
                  <a:pt x="1924" y="0"/>
                  <a:pt x="1934" y="0"/>
                  <a:pt x="1938" y="0"/>
                </a:cubicBezTo>
                <a:cubicBezTo>
                  <a:pt x="1938" y="0"/>
                  <a:pt x="1939" y="0"/>
                  <a:pt x="1940" y="0"/>
                </a:cubicBezTo>
                <a:cubicBezTo>
                  <a:pt x="1942" y="0"/>
                  <a:pt x="1943" y="0"/>
                  <a:pt x="1944" y="0"/>
                </a:cubicBezTo>
                <a:cubicBezTo>
                  <a:pt x="1944" y="18"/>
                  <a:pt x="1944" y="33"/>
                  <a:pt x="1945" y="43"/>
                </a:cubicBezTo>
                <a:cubicBezTo>
                  <a:pt x="1946" y="61"/>
                  <a:pt x="1947" y="76"/>
                  <a:pt x="1947" y="86"/>
                </a:cubicBezTo>
                <a:cubicBezTo>
                  <a:pt x="1947" y="94"/>
                  <a:pt x="1948" y="101"/>
                  <a:pt x="1950" y="108"/>
                </a:cubicBezTo>
                <a:cubicBezTo>
                  <a:pt x="1950" y="140"/>
                  <a:pt x="1951" y="172"/>
                  <a:pt x="1951" y="204"/>
                </a:cubicBezTo>
                <a:cubicBezTo>
                  <a:pt x="1943" y="232"/>
                  <a:pt x="1949" y="261"/>
                  <a:pt x="1944" y="289"/>
                </a:cubicBezTo>
                <a:cubicBezTo>
                  <a:pt x="1952" y="305"/>
                  <a:pt x="1941" y="320"/>
                  <a:pt x="1944" y="336"/>
                </a:cubicBezTo>
                <a:cubicBezTo>
                  <a:pt x="1939" y="337"/>
                  <a:pt x="1938" y="340"/>
                  <a:pt x="1938" y="343"/>
                </a:cubicBezTo>
                <a:cubicBezTo>
                  <a:pt x="1938" y="369"/>
                  <a:pt x="1931" y="394"/>
                  <a:pt x="1929" y="419"/>
                </a:cubicBezTo>
                <a:cubicBezTo>
                  <a:pt x="1928" y="430"/>
                  <a:pt x="1923" y="441"/>
                  <a:pt x="1926" y="453"/>
                </a:cubicBezTo>
                <a:cubicBezTo>
                  <a:pt x="1925" y="461"/>
                  <a:pt x="1924" y="469"/>
                  <a:pt x="1923" y="477"/>
                </a:cubicBezTo>
                <a:cubicBezTo>
                  <a:pt x="1913" y="488"/>
                  <a:pt x="1914" y="501"/>
                  <a:pt x="1914" y="513"/>
                </a:cubicBezTo>
                <a:cubicBezTo>
                  <a:pt x="1914" y="513"/>
                  <a:pt x="1914" y="513"/>
                  <a:pt x="1914" y="513"/>
                </a:cubicBezTo>
                <a:cubicBezTo>
                  <a:pt x="1906" y="520"/>
                  <a:pt x="1908" y="529"/>
                  <a:pt x="1908" y="538"/>
                </a:cubicBezTo>
                <a:cubicBezTo>
                  <a:pt x="1908" y="546"/>
                  <a:pt x="1906" y="554"/>
                  <a:pt x="1902" y="561"/>
                </a:cubicBezTo>
                <a:cubicBezTo>
                  <a:pt x="1896" y="568"/>
                  <a:pt x="1895" y="577"/>
                  <a:pt x="1896" y="585"/>
                </a:cubicBezTo>
                <a:cubicBezTo>
                  <a:pt x="1896" y="585"/>
                  <a:pt x="1896" y="585"/>
                  <a:pt x="1896" y="585"/>
                </a:cubicBezTo>
                <a:cubicBezTo>
                  <a:pt x="1887" y="606"/>
                  <a:pt x="1881" y="627"/>
                  <a:pt x="1878" y="650"/>
                </a:cubicBezTo>
                <a:cubicBezTo>
                  <a:pt x="1878" y="650"/>
                  <a:pt x="1878" y="650"/>
                  <a:pt x="1878" y="650"/>
                </a:cubicBezTo>
                <a:cubicBezTo>
                  <a:pt x="1871" y="655"/>
                  <a:pt x="1872" y="662"/>
                  <a:pt x="1872" y="669"/>
                </a:cubicBezTo>
                <a:cubicBezTo>
                  <a:pt x="1872" y="669"/>
                  <a:pt x="1872" y="669"/>
                  <a:pt x="1872" y="669"/>
                </a:cubicBezTo>
                <a:cubicBezTo>
                  <a:pt x="1864" y="673"/>
                  <a:pt x="1866" y="681"/>
                  <a:pt x="1866" y="687"/>
                </a:cubicBezTo>
                <a:cubicBezTo>
                  <a:pt x="1866" y="687"/>
                  <a:pt x="1866" y="687"/>
                  <a:pt x="1866" y="687"/>
                </a:cubicBezTo>
                <a:cubicBezTo>
                  <a:pt x="1858" y="691"/>
                  <a:pt x="1861" y="699"/>
                  <a:pt x="1860" y="705"/>
                </a:cubicBezTo>
                <a:cubicBezTo>
                  <a:pt x="1857" y="718"/>
                  <a:pt x="1853" y="730"/>
                  <a:pt x="1848" y="742"/>
                </a:cubicBezTo>
                <a:cubicBezTo>
                  <a:pt x="1830" y="783"/>
                  <a:pt x="1815" y="825"/>
                  <a:pt x="1796" y="866"/>
                </a:cubicBezTo>
                <a:cubicBezTo>
                  <a:pt x="1770" y="920"/>
                  <a:pt x="1740" y="972"/>
                  <a:pt x="1707" y="1022"/>
                </a:cubicBezTo>
                <a:cubicBezTo>
                  <a:pt x="1687" y="1054"/>
                  <a:pt x="1667" y="1086"/>
                  <a:pt x="1645" y="1116"/>
                </a:cubicBezTo>
                <a:cubicBezTo>
                  <a:pt x="1625" y="1143"/>
                  <a:pt x="1605" y="1169"/>
                  <a:pt x="1583" y="1194"/>
                </a:cubicBezTo>
                <a:cubicBezTo>
                  <a:pt x="1563" y="1216"/>
                  <a:pt x="1546" y="1239"/>
                  <a:pt x="1525" y="1260"/>
                </a:cubicBezTo>
                <a:cubicBezTo>
                  <a:pt x="1524" y="1261"/>
                  <a:pt x="1523" y="1262"/>
                  <a:pt x="1522" y="1263"/>
                </a:cubicBezTo>
                <a:cubicBezTo>
                  <a:pt x="1521" y="1264"/>
                  <a:pt x="1519" y="1265"/>
                  <a:pt x="1518" y="1266"/>
                </a:cubicBezTo>
                <a:cubicBezTo>
                  <a:pt x="1518" y="1266"/>
                  <a:pt x="1518" y="1266"/>
                  <a:pt x="1518" y="1266"/>
                </a:cubicBezTo>
                <a:cubicBezTo>
                  <a:pt x="1517" y="1268"/>
                  <a:pt x="1516" y="1269"/>
                  <a:pt x="1515" y="1271"/>
                </a:cubicBezTo>
                <a:cubicBezTo>
                  <a:pt x="1514" y="1272"/>
                  <a:pt x="1513" y="1274"/>
                  <a:pt x="1512" y="1275"/>
                </a:cubicBezTo>
                <a:cubicBezTo>
                  <a:pt x="1512" y="1275"/>
                  <a:pt x="1512" y="1275"/>
                  <a:pt x="1512" y="1275"/>
                </a:cubicBezTo>
                <a:cubicBezTo>
                  <a:pt x="1511" y="1276"/>
                  <a:pt x="1510" y="1277"/>
                  <a:pt x="1509" y="1278"/>
                </a:cubicBezTo>
                <a:cubicBezTo>
                  <a:pt x="1509" y="1278"/>
                  <a:pt x="1509" y="1278"/>
                  <a:pt x="1509" y="1278"/>
                </a:cubicBezTo>
                <a:cubicBezTo>
                  <a:pt x="1508" y="1279"/>
                  <a:pt x="1507" y="1280"/>
                  <a:pt x="1506" y="1281"/>
                </a:cubicBezTo>
                <a:cubicBezTo>
                  <a:pt x="1506" y="1281"/>
                  <a:pt x="1506" y="1281"/>
                  <a:pt x="1506" y="1281"/>
                </a:cubicBezTo>
                <a:cubicBezTo>
                  <a:pt x="1505" y="1282"/>
                  <a:pt x="1504" y="1283"/>
                  <a:pt x="1503" y="1284"/>
                </a:cubicBezTo>
                <a:cubicBezTo>
                  <a:pt x="1503" y="1284"/>
                  <a:pt x="1503" y="1284"/>
                  <a:pt x="1503" y="1284"/>
                </a:cubicBezTo>
                <a:cubicBezTo>
                  <a:pt x="1502" y="1285"/>
                  <a:pt x="1501" y="1286"/>
                  <a:pt x="1500" y="1287"/>
                </a:cubicBezTo>
                <a:cubicBezTo>
                  <a:pt x="1500" y="1287"/>
                  <a:pt x="1500" y="1287"/>
                  <a:pt x="1500" y="1287"/>
                </a:cubicBezTo>
                <a:cubicBezTo>
                  <a:pt x="1499" y="1288"/>
                  <a:pt x="1498" y="1289"/>
                  <a:pt x="1497" y="1290"/>
                </a:cubicBezTo>
                <a:cubicBezTo>
                  <a:pt x="1497" y="1290"/>
                  <a:pt x="1497" y="1290"/>
                  <a:pt x="1497" y="1290"/>
                </a:cubicBezTo>
                <a:cubicBezTo>
                  <a:pt x="1496" y="1291"/>
                  <a:pt x="1495" y="1292"/>
                  <a:pt x="1494" y="1293"/>
                </a:cubicBezTo>
                <a:cubicBezTo>
                  <a:pt x="1494" y="1293"/>
                  <a:pt x="1494" y="1293"/>
                  <a:pt x="1494" y="1293"/>
                </a:cubicBezTo>
                <a:cubicBezTo>
                  <a:pt x="1493" y="1294"/>
                  <a:pt x="1492" y="1295"/>
                  <a:pt x="1491" y="1296"/>
                </a:cubicBezTo>
                <a:cubicBezTo>
                  <a:pt x="1491" y="1296"/>
                  <a:pt x="1491" y="1296"/>
                  <a:pt x="1491" y="1296"/>
                </a:cubicBezTo>
                <a:cubicBezTo>
                  <a:pt x="1490" y="1297"/>
                  <a:pt x="1489" y="1299"/>
                  <a:pt x="1488" y="1300"/>
                </a:cubicBezTo>
                <a:cubicBezTo>
                  <a:pt x="1483" y="1305"/>
                  <a:pt x="1479" y="1310"/>
                  <a:pt x="1474" y="1314"/>
                </a:cubicBezTo>
                <a:cubicBezTo>
                  <a:pt x="1473" y="1315"/>
                  <a:pt x="1471" y="1316"/>
                  <a:pt x="1470" y="1317"/>
                </a:cubicBezTo>
                <a:cubicBezTo>
                  <a:pt x="1470" y="1317"/>
                  <a:pt x="1470" y="1317"/>
                  <a:pt x="1470" y="1317"/>
                </a:cubicBezTo>
                <a:cubicBezTo>
                  <a:pt x="1469" y="1318"/>
                  <a:pt x="1468" y="1319"/>
                  <a:pt x="1467" y="1320"/>
                </a:cubicBezTo>
                <a:cubicBezTo>
                  <a:pt x="1467" y="1320"/>
                  <a:pt x="1467" y="1320"/>
                  <a:pt x="1467" y="1320"/>
                </a:cubicBezTo>
                <a:cubicBezTo>
                  <a:pt x="1466" y="1321"/>
                  <a:pt x="1465" y="1322"/>
                  <a:pt x="1464" y="1323"/>
                </a:cubicBezTo>
                <a:cubicBezTo>
                  <a:pt x="1464" y="1323"/>
                  <a:pt x="1464" y="1323"/>
                  <a:pt x="1464" y="1323"/>
                </a:cubicBezTo>
                <a:cubicBezTo>
                  <a:pt x="1463" y="1324"/>
                  <a:pt x="1462" y="1325"/>
                  <a:pt x="1461" y="1326"/>
                </a:cubicBezTo>
                <a:cubicBezTo>
                  <a:pt x="1461" y="1326"/>
                  <a:pt x="1461" y="1326"/>
                  <a:pt x="1461" y="1326"/>
                </a:cubicBezTo>
                <a:cubicBezTo>
                  <a:pt x="1460" y="1327"/>
                  <a:pt x="1459" y="1328"/>
                  <a:pt x="1458" y="1329"/>
                </a:cubicBezTo>
                <a:cubicBezTo>
                  <a:pt x="1458" y="1329"/>
                  <a:pt x="1458" y="1329"/>
                  <a:pt x="1458" y="1329"/>
                </a:cubicBezTo>
                <a:cubicBezTo>
                  <a:pt x="1457" y="1330"/>
                  <a:pt x="1456" y="1331"/>
                  <a:pt x="1455" y="1332"/>
                </a:cubicBezTo>
                <a:cubicBezTo>
                  <a:pt x="1455" y="1332"/>
                  <a:pt x="1455" y="1332"/>
                  <a:pt x="1455" y="1332"/>
                </a:cubicBezTo>
                <a:cubicBezTo>
                  <a:pt x="1454" y="1333"/>
                  <a:pt x="1453" y="1334"/>
                  <a:pt x="1452" y="1335"/>
                </a:cubicBezTo>
                <a:cubicBezTo>
                  <a:pt x="1452" y="1335"/>
                  <a:pt x="1452" y="1335"/>
                  <a:pt x="1452" y="1335"/>
                </a:cubicBezTo>
                <a:cubicBezTo>
                  <a:pt x="1451" y="1336"/>
                  <a:pt x="1450" y="1337"/>
                  <a:pt x="1449" y="1338"/>
                </a:cubicBezTo>
                <a:cubicBezTo>
                  <a:pt x="1449" y="1338"/>
                  <a:pt x="1449" y="1338"/>
                  <a:pt x="1449" y="1338"/>
                </a:cubicBezTo>
                <a:cubicBezTo>
                  <a:pt x="1447" y="1340"/>
                  <a:pt x="1445" y="1343"/>
                  <a:pt x="1443" y="1345"/>
                </a:cubicBezTo>
                <a:cubicBezTo>
                  <a:pt x="1440" y="1348"/>
                  <a:pt x="1438" y="1350"/>
                  <a:pt x="1436" y="1352"/>
                </a:cubicBezTo>
                <a:cubicBezTo>
                  <a:pt x="1431" y="1356"/>
                  <a:pt x="1424" y="1363"/>
                  <a:pt x="1415" y="1371"/>
                </a:cubicBezTo>
                <a:cubicBezTo>
                  <a:pt x="1415" y="1371"/>
                  <a:pt x="1362" y="1418"/>
                  <a:pt x="1312" y="1457"/>
                </a:cubicBezTo>
                <a:cubicBezTo>
                  <a:pt x="1235" y="1518"/>
                  <a:pt x="1152" y="1569"/>
                  <a:pt x="1066" y="1615"/>
                </a:cubicBezTo>
                <a:cubicBezTo>
                  <a:pt x="1008" y="1646"/>
                  <a:pt x="948" y="1674"/>
                  <a:pt x="888" y="1701"/>
                </a:cubicBezTo>
                <a:cubicBezTo>
                  <a:pt x="832" y="1726"/>
                  <a:pt x="776" y="1751"/>
                  <a:pt x="720" y="1776"/>
                </a:cubicBezTo>
                <a:cubicBezTo>
                  <a:pt x="652" y="1806"/>
                  <a:pt x="584" y="1838"/>
                  <a:pt x="520" y="1877"/>
                </a:cubicBezTo>
                <a:cubicBezTo>
                  <a:pt x="438" y="1925"/>
                  <a:pt x="363" y="1982"/>
                  <a:pt x="300" y="2054"/>
                </a:cubicBezTo>
                <a:cubicBezTo>
                  <a:pt x="271" y="2087"/>
                  <a:pt x="244" y="2122"/>
                  <a:pt x="222" y="2160"/>
                </a:cubicBezTo>
                <a:cubicBezTo>
                  <a:pt x="152" y="2160"/>
                  <a:pt x="82" y="2159"/>
                  <a:pt x="11" y="2160"/>
                </a:cubicBezTo>
                <a:cubicBezTo>
                  <a:pt x="1" y="2160"/>
                  <a:pt x="0" y="2157"/>
                  <a:pt x="0" y="2148"/>
                </a:cubicBezTo>
                <a:cubicBezTo>
                  <a:pt x="0" y="2032"/>
                  <a:pt x="0" y="1916"/>
                  <a:pt x="0" y="1800"/>
                </a:cubicBezTo>
                <a:cubicBezTo>
                  <a:pt x="12" y="1802"/>
                  <a:pt x="30" y="1804"/>
                  <a:pt x="53" y="1806"/>
                </a:cubicBezTo>
                <a:cubicBezTo>
                  <a:pt x="148" y="1813"/>
                  <a:pt x="223" y="1799"/>
                  <a:pt x="273" y="1790"/>
                </a:cubicBezTo>
                <a:cubicBezTo>
                  <a:pt x="306" y="1784"/>
                  <a:pt x="349" y="1775"/>
                  <a:pt x="399" y="1759"/>
                </a:cubicBezTo>
                <a:cubicBezTo>
                  <a:pt x="403" y="1757"/>
                  <a:pt x="423" y="1748"/>
                  <a:pt x="428" y="1746"/>
                </a:cubicBezTo>
                <a:cubicBezTo>
                  <a:pt x="415" y="1747"/>
                  <a:pt x="401" y="1749"/>
                  <a:pt x="387" y="1751"/>
                </a:cubicBezTo>
                <a:cubicBezTo>
                  <a:pt x="358" y="1753"/>
                  <a:pt x="319" y="1755"/>
                  <a:pt x="273" y="1753"/>
                </a:cubicBezTo>
                <a:cubicBezTo>
                  <a:pt x="205" y="1750"/>
                  <a:pt x="154" y="1741"/>
                  <a:pt x="125" y="1735"/>
                </a:cubicBezTo>
                <a:cubicBezTo>
                  <a:pt x="82" y="1727"/>
                  <a:pt x="41" y="1715"/>
                  <a:pt x="0" y="1704"/>
                </a:cubicBezTo>
                <a:cubicBezTo>
                  <a:pt x="0" y="1674"/>
                  <a:pt x="0" y="1644"/>
                  <a:pt x="0" y="1614"/>
                </a:cubicBezTo>
                <a:cubicBezTo>
                  <a:pt x="4" y="1615"/>
                  <a:pt x="8" y="1616"/>
                  <a:pt x="12" y="1617"/>
                </a:cubicBezTo>
                <a:cubicBezTo>
                  <a:pt x="41" y="1630"/>
                  <a:pt x="72" y="1640"/>
                  <a:pt x="103" y="1649"/>
                </a:cubicBezTo>
                <a:cubicBezTo>
                  <a:pt x="237" y="1688"/>
                  <a:pt x="374" y="1704"/>
                  <a:pt x="514" y="1695"/>
                </a:cubicBezTo>
                <a:cubicBezTo>
                  <a:pt x="623" y="1689"/>
                  <a:pt x="730" y="1670"/>
                  <a:pt x="834" y="1637"/>
                </a:cubicBezTo>
                <a:cubicBezTo>
                  <a:pt x="851" y="1632"/>
                  <a:pt x="869" y="1627"/>
                  <a:pt x="884" y="1616"/>
                </a:cubicBezTo>
                <a:cubicBezTo>
                  <a:pt x="866" y="1621"/>
                  <a:pt x="842" y="1626"/>
                  <a:pt x="814" y="1631"/>
                </a:cubicBezTo>
                <a:cubicBezTo>
                  <a:pt x="798" y="1634"/>
                  <a:pt x="749" y="1643"/>
                  <a:pt x="690" y="1647"/>
                </a:cubicBezTo>
                <a:cubicBezTo>
                  <a:pt x="586" y="1653"/>
                  <a:pt x="500" y="1643"/>
                  <a:pt x="465" y="1639"/>
                </a:cubicBezTo>
                <a:cubicBezTo>
                  <a:pt x="332" y="1620"/>
                  <a:pt x="207" y="1580"/>
                  <a:pt x="90" y="1518"/>
                </a:cubicBezTo>
                <a:cubicBezTo>
                  <a:pt x="59" y="1502"/>
                  <a:pt x="30" y="1484"/>
                  <a:pt x="0" y="1467"/>
                </a:cubicBezTo>
                <a:cubicBezTo>
                  <a:pt x="0" y="1434"/>
                  <a:pt x="0" y="1401"/>
                  <a:pt x="0" y="1368"/>
                </a:cubicBezTo>
                <a:cubicBezTo>
                  <a:pt x="44" y="1397"/>
                  <a:pt x="90" y="1424"/>
                  <a:pt x="138" y="1446"/>
                </a:cubicBezTo>
                <a:cubicBezTo>
                  <a:pt x="179" y="1470"/>
                  <a:pt x="223" y="1486"/>
                  <a:pt x="267" y="1503"/>
                </a:cubicBezTo>
                <a:cubicBezTo>
                  <a:pt x="412" y="1557"/>
                  <a:pt x="563" y="1587"/>
                  <a:pt x="719" y="1582"/>
                </a:cubicBezTo>
                <a:cubicBezTo>
                  <a:pt x="800" y="1579"/>
                  <a:pt x="880" y="1568"/>
                  <a:pt x="958" y="1546"/>
                </a:cubicBezTo>
                <a:cubicBezTo>
                  <a:pt x="1091" y="1510"/>
                  <a:pt x="1211" y="1449"/>
                  <a:pt x="1321" y="1367"/>
                </a:cubicBezTo>
                <a:cubicBezTo>
                  <a:pt x="1405" y="1305"/>
                  <a:pt x="1484" y="1236"/>
                  <a:pt x="1548" y="1152"/>
                </a:cubicBezTo>
                <a:cubicBezTo>
                  <a:pt x="1664" y="1001"/>
                  <a:pt x="1724" y="829"/>
                  <a:pt x="1745" y="642"/>
                </a:cubicBezTo>
                <a:cubicBezTo>
                  <a:pt x="1755" y="559"/>
                  <a:pt x="1755" y="475"/>
                  <a:pt x="1749" y="391"/>
                </a:cubicBezTo>
                <a:cubicBezTo>
                  <a:pt x="1743" y="316"/>
                  <a:pt x="1733" y="242"/>
                  <a:pt x="1719" y="169"/>
                </a:cubicBezTo>
                <a:cubicBezTo>
                  <a:pt x="1708" y="112"/>
                  <a:pt x="1692" y="56"/>
                  <a:pt x="1677" y="0"/>
                </a:cubicBezTo>
                <a:close/>
              </a:path>
            </a:pathLst>
          </a:custGeom>
          <a:gradFill>
            <a:gsLst>
              <a:gs pos="0">
                <a:srgbClr val="E56D6D"/>
              </a:gs>
              <a:gs pos="74000">
                <a:srgbClr val="DD3F3F"/>
              </a:gs>
              <a:gs pos="100000">
                <a:srgbClr val="A22A2A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5598D5C5-9234-C285-4389-DA32097A2B5D}"/>
              </a:ext>
            </a:extLst>
          </p:cNvPr>
          <p:cNvSpPr>
            <a:spLocks/>
          </p:cNvSpPr>
          <p:nvPr userDrawn="1"/>
        </p:nvSpPr>
        <p:spPr bwMode="auto">
          <a:xfrm>
            <a:off x="679450" y="-1"/>
            <a:ext cx="6264275" cy="6876000"/>
          </a:xfrm>
          <a:custGeom>
            <a:avLst/>
            <a:gdLst>
              <a:gd name="T0" fmla="*/ 1721 w 1973"/>
              <a:gd name="T1" fmla="*/ 0 h 2160"/>
              <a:gd name="T2" fmla="*/ 1973 w 1973"/>
              <a:gd name="T3" fmla="*/ 1 h 2160"/>
              <a:gd name="T4" fmla="*/ 1796 w 1973"/>
              <a:gd name="T5" fmla="*/ 772 h 2160"/>
              <a:gd name="T6" fmla="*/ 1474 w 1973"/>
              <a:gd name="T7" fmla="*/ 1211 h 2160"/>
              <a:gd name="T8" fmla="*/ 1182 w 1973"/>
              <a:gd name="T9" fmla="*/ 1440 h 2160"/>
              <a:gd name="T10" fmla="*/ 697 w 1973"/>
              <a:gd name="T11" fmla="*/ 1776 h 2160"/>
              <a:gd name="T12" fmla="*/ 292 w 1973"/>
              <a:gd name="T13" fmla="*/ 2075 h 2160"/>
              <a:gd name="T14" fmla="*/ 201 w 1973"/>
              <a:gd name="T15" fmla="*/ 2160 h 2160"/>
              <a:gd name="T16" fmla="*/ 0 w 1973"/>
              <a:gd name="T17" fmla="*/ 2160 h 2160"/>
              <a:gd name="T18" fmla="*/ 77 w 1973"/>
              <a:gd name="T19" fmla="*/ 2054 h 2160"/>
              <a:gd name="T20" fmla="*/ 297 w 1973"/>
              <a:gd name="T21" fmla="*/ 1877 h 2160"/>
              <a:gd name="T22" fmla="*/ 498 w 1973"/>
              <a:gd name="T23" fmla="*/ 1776 h 2160"/>
              <a:gd name="T24" fmla="*/ 666 w 1973"/>
              <a:gd name="T25" fmla="*/ 1701 h 2160"/>
              <a:gd name="T26" fmla="*/ 843 w 1973"/>
              <a:gd name="T27" fmla="*/ 1615 h 2160"/>
              <a:gd name="T28" fmla="*/ 1090 w 1973"/>
              <a:gd name="T29" fmla="*/ 1457 h 2160"/>
              <a:gd name="T30" fmla="*/ 1193 w 1973"/>
              <a:gd name="T31" fmla="*/ 1371 h 2160"/>
              <a:gd name="T32" fmla="*/ 1227 w 1973"/>
              <a:gd name="T33" fmla="*/ 1338 h 2160"/>
              <a:gd name="T34" fmla="*/ 1227 w 1973"/>
              <a:gd name="T35" fmla="*/ 1338 h 2160"/>
              <a:gd name="T36" fmla="*/ 1230 w 1973"/>
              <a:gd name="T37" fmla="*/ 1335 h 2160"/>
              <a:gd name="T38" fmla="*/ 1230 w 1973"/>
              <a:gd name="T39" fmla="*/ 1335 h 2160"/>
              <a:gd name="T40" fmla="*/ 1233 w 1973"/>
              <a:gd name="T41" fmla="*/ 1332 h 2160"/>
              <a:gd name="T42" fmla="*/ 1233 w 1973"/>
              <a:gd name="T43" fmla="*/ 1332 h 2160"/>
              <a:gd name="T44" fmla="*/ 1236 w 1973"/>
              <a:gd name="T45" fmla="*/ 1329 h 2160"/>
              <a:gd name="T46" fmla="*/ 1236 w 1973"/>
              <a:gd name="T47" fmla="*/ 1329 h 2160"/>
              <a:gd name="T48" fmla="*/ 1239 w 1973"/>
              <a:gd name="T49" fmla="*/ 1326 h 2160"/>
              <a:gd name="T50" fmla="*/ 1239 w 1973"/>
              <a:gd name="T51" fmla="*/ 1326 h 2160"/>
              <a:gd name="T52" fmla="*/ 1242 w 1973"/>
              <a:gd name="T53" fmla="*/ 1323 h 2160"/>
              <a:gd name="T54" fmla="*/ 1242 w 1973"/>
              <a:gd name="T55" fmla="*/ 1323 h 2160"/>
              <a:gd name="T56" fmla="*/ 1245 w 1973"/>
              <a:gd name="T57" fmla="*/ 1320 h 2160"/>
              <a:gd name="T58" fmla="*/ 1245 w 1973"/>
              <a:gd name="T59" fmla="*/ 1320 h 2160"/>
              <a:gd name="T60" fmla="*/ 1248 w 1973"/>
              <a:gd name="T61" fmla="*/ 1317 h 2160"/>
              <a:gd name="T62" fmla="*/ 1248 w 1973"/>
              <a:gd name="T63" fmla="*/ 1317 h 2160"/>
              <a:gd name="T64" fmla="*/ 1269 w 1973"/>
              <a:gd name="T65" fmla="*/ 1296 h 2160"/>
              <a:gd name="T66" fmla="*/ 1275 w 1973"/>
              <a:gd name="T67" fmla="*/ 1290 h 2160"/>
              <a:gd name="T68" fmla="*/ 1275 w 1973"/>
              <a:gd name="T69" fmla="*/ 1290 h 2160"/>
              <a:gd name="T70" fmla="*/ 1278 w 1973"/>
              <a:gd name="T71" fmla="*/ 1287 h 2160"/>
              <a:gd name="T72" fmla="*/ 1278 w 1973"/>
              <a:gd name="T73" fmla="*/ 1287 h 2160"/>
              <a:gd name="T74" fmla="*/ 1281 w 1973"/>
              <a:gd name="T75" fmla="*/ 1284 h 2160"/>
              <a:gd name="T76" fmla="*/ 1281 w 1973"/>
              <a:gd name="T77" fmla="*/ 1284 h 2160"/>
              <a:gd name="T78" fmla="*/ 1303 w 1973"/>
              <a:gd name="T79" fmla="*/ 1260 h 2160"/>
              <a:gd name="T80" fmla="*/ 1360 w 1973"/>
              <a:gd name="T81" fmla="*/ 1194 h 2160"/>
              <a:gd name="T82" fmla="*/ 1423 w 1973"/>
              <a:gd name="T83" fmla="*/ 1116 h 2160"/>
              <a:gd name="T84" fmla="*/ 1485 w 1973"/>
              <a:gd name="T85" fmla="*/ 1023 h 2160"/>
              <a:gd name="T86" fmla="*/ 1573 w 1973"/>
              <a:gd name="T87" fmla="*/ 866 h 2160"/>
              <a:gd name="T88" fmla="*/ 1625 w 1973"/>
              <a:gd name="T89" fmla="*/ 742 h 2160"/>
              <a:gd name="T90" fmla="*/ 1719 w 1973"/>
              <a:gd name="T91" fmla="*/ 317 h 2160"/>
              <a:gd name="T92" fmla="*/ 1721 w 1973"/>
              <a:gd name="T93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73" h="2160">
                <a:moveTo>
                  <a:pt x="1721" y="0"/>
                </a:moveTo>
                <a:cubicBezTo>
                  <a:pt x="1805" y="0"/>
                  <a:pt x="1889" y="0"/>
                  <a:pt x="1973" y="1"/>
                </a:cubicBezTo>
                <a:cubicBezTo>
                  <a:pt x="1969" y="270"/>
                  <a:pt x="1912" y="528"/>
                  <a:pt x="1796" y="772"/>
                </a:cubicBezTo>
                <a:cubicBezTo>
                  <a:pt x="1717" y="938"/>
                  <a:pt x="1610" y="1086"/>
                  <a:pt x="1474" y="1211"/>
                </a:cubicBezTo>
                <a:cubicBezTo>
                  <a:pt x="1383" y="1296"/>
                  <a:pt x="1282" y="1367"/>
                  <a:pt x="1182" y="1440"/>
                </a:cubicBezTo>
                <a:cubicBezTo>
                  <a:pt x="1024" y="1556"/>
                  <a:pt x="860" y="1666"/>
                  <a:pt x="697" y="1776"/>
                </a:cubicBezTo>
                <a:cubicBezTo>
                  <a:pt x="558" y="1870"/>
                  <a:pt x="419" y="1966"/>
                  <a:pt x="292" y="2075"/>
                </a:cubicBezTo>
                <a:cubicBezTo>
                  <a:pt x="260" y="2102"/>
                  <a:pt x="229" y="2130"/>
                  <a:pt x="201" y="2160"/>
                </a:cubicBezTo>
                <a:cubicBezTo>
                  <a:pt x="134" y="2160"/>
                  <a:pt x="67" y="2160"/>
                  <a:pt x="0" y="2160"/>
                </a:cubicBezTo>
                <a:cubicBezTo>
                  <a:pt x="22" y="2122"/>
                  <a:pt x="48" y="2087"/>
                  <a:pt x="77" y="2054"/>
                </a:cubicBezTo>
                <a:cubicBezTo>
                  <a:pt x="141" y="1982"/>
                  <a:pt x="216" y="1925"/>
                  <a:pt x="297" y="1877"/>
                </a:cubicBezTo>
                <a:cubicBezTo>
                  <a:pt x="362" y="1839"/>
                  <a:pt x="429" y="1806"/>
                  <a:pt x="498" y="1776"/>
                </a:cubicBezTo>
                <a:cubicBezTo>
                  <a:pt x="554" y="1751"/>
                  <a:pt x="610" y="1726"/>
                  <a:pt x="666" y="1701"/>
                </a:cubicBezTo>
                <a:cubicBezTo>
                  <a:pt x="726" y="1674"/>
                  <a:pt x="785" y="1646"/>
                  <a:pt x="843" y="1615"/>
                </a:cubicBezTo>
                <a:cubicBezTo>
                  <a:pt x="930" y="1569"/>
                  <a:pt x="1013" y="1518"/>
                  <a:pt x="1090" y="1457"/>
                </a:cubicBezTo>
                <a:cubicBezTo>
                  <a:pt x="1125" y="1430"/>
                  <a:pt x="1159" y="1400"/>
                  <a:pt x="1193" y="1371"/>
                </a:cubicBezTo>
                <a:cubicBezTo>
                  <a:pt x="1200" y="1365"/>
                  <a:pt x="1227" y="1338"/>
                  <a:pt x="1227" y="1338"/>
                </a:cubicBezTo>
                <a:cubicBezTo>
                  <a:pt x="1227" y="1338"/>
                  <a:pt x="1227" y="1338"/>
                  <a:pt x="1227" y="1338"/>
                </a:cubicBezTo>
                <a:cubicBezTo>
                  <a:pt x="1228" y="1337"/>
                  <a:pt x="1229" y="1336"/>
                  <a:pt x="1230" y="1335"/>
                </a:cubicBezTo>
                <a:cubicBezTo>
                  <a:pt x="1230" y="1335"/>
                  <a:pt x="1230" y="1335"/>
                  <a:pt x="1230" y="1335"/>
                </a:cubicBezTo>
                <a:cubicBezTo>
                  <a:pt x="1230" y="1335"/>
                  <a:pt x="1232" y="1333"/>
                  <a:pt x="1233" y="1332"/>
                </a:cubicBezTo>
                <a:cubicBezTo>
                  <a:pt x="1233" y="1332"/>
                  <a:pt x="1233" y="1332"/>
                  <a:pt x="1233" y="1332"/>
                </a:cubicBezTo>
                <a:cubicBezTo>
                  <a:pt x="1234" y="1331"/>
                  <a:pt x="1235" y="1330"/>
                  <a:pt x="1236" y="1329"/>
                </a:cubicBezTo>
                <a:cubicBezTo>
                  <a:pt x="1236" y="1329"/>
                  <a:pt x="1236" y="1329"/>
                  <a:pt x="1236" y="1329"/>
                </a:cubicBezTo>
                <a:cubicBezTo>
                  <a:pt x="1237" y="1328"/>
                  <a:pt x="1238" y="1327"/>
                  <a:pt x="1239" y="1326"/>
                </a:cubicBezTo>
                <a:cubicBezTo>
                  <a:pt x="1239" y="1326"/>
                  <a:pt x="1239" y="1326"/>
                  <a:pt x="1239" y="1326"/>
                </a:cubicBezTo>
                <a:cubicBezTo>
                  <a:pt x="1240" y="1325"/>
                  <a:pt x="1241" y="1324"/>
                  <a:pt x="1242" y="1323"/>
                </a:cubicBezTo>
                <a:cubicBezTo>
                  <a:pt x="1242" y="1323"/>
                  <a:pt x="1242" y="1323"/>
                  <a:pt x="1242" y="1323"/>
                </a:cubicBezTo>
                <a:cubicBezTo>
                  <a:pt x="1243" y="1322"/>
                  <a:pt x="1244" y="1321"/>
                  <a:pt x="1245" y="1320"/>
                </a:cubicBezTo>
                <a:cubicBezTo>
                  <a:pt x="1245" y="1320"/>
                  <a:pt x="1245" y="1320"/>
                  <a:pt x="1245" y="1320"/>
                </a:cubicBezTo>
                <a:cubicBezTo>
                  <a:pt x="1246" y="1319"/>
                  <a:pt x="1247" y="1318"/>
                  <a:pt x="1248" y="1317"/>
                </a:cubicBezTo>
                <a:cubicBezTo>
                  <a:pt x="1248" y="1317"/>
                  <a:pt x="1248" y="1317"/>
                  <a:pt x="1248" y="1317"/>
                </a:cubicBezTo>
                <a:cubicBezTo>
                  <a:pt x="1249" y="1316"/>
                  <a:pt x="1269" y="1296"/>
                  <a:pt x="1269" y="1296"/>
                </a:cubicBezTo>
                <a:cubicBezTo>
                  <a:pt x="1270" y="1295"/>
                  <a:pt x="1274" y="1291"/>
                  <a:pt x="1275" y="1290"/>
                </a:cubicBezTo>
                <a:cubicBezTo>
                  <a:pt x="1275" y="1290"/>
                  <a:pt x="1275" y="1290"/>
                  <a:pt x="1275" y="1290"/>
                </a:cubicBezTo>
                <a:cubicBezTo>
                  <a:pt x="1276" y="1289"/>
                  <a:pt x="1277" y="1288"/>
                  <a:pt x="1278" y="1287"/>
                </a:cubicBezTo>
                <a:cubicBezTo>
                  <a:pt x="1278" y="1287"/>
                  <a:pt x="1278" y="1287"/>
                  <a:pt x="1278" y="1287"/>
                </a:cubicBezTo>
                <a:cubicBezTo>
                  <a:pt x="1279" y="1286"/>
                  <a:pt x="1280" y="1285"/>
                  <a:pt x="1281" y="1284"/>
                </a:cubicBezTo>
                <a:cubicBezTo>
                  <a:pt x="1281" y="1284"/>
                  <a:pt x="1281" y="1284"/>
                  <a:pt x="1281" y="1284"/>
                </a:cubicBezTo>
                <a:cubicBezTo>
                  <a:pt x="1282" y="1283"/>
                  <a:pt x="1302" y="1261"/>
                  <a:pt x="1303" y="1260"/>
                </a:cubicBezTo>
                <a:cubicBezTo>
                  <a:pt x="1318" y="1244"/>
                  <a:pt x="1337" y="1221"/>
                  <a:pt x="1360" y="1194"/>
                </a:cubicBezTo>
                <a:cubicBezTo>
                  <a:pt x="1383" y="1170"/>
                  <a:pt x="1403" y="1143"/>
                  <a:pt x="1423" y="1116"/>
                </a:cubicBezTo>
                <a:cubicBezTo>
                  <a:pt x="1445" y="1086"/>
                  <a:pt x="1464" y="1054"/>
                  <a:pt x="1485" y="1023"/>
                </a:cubicBezTo>
                <a:cubicBezTo>
                  <a:pt x="1518" y="972"/>
                  <a:pt x="1548" y="920"/>
                  <a:pt x="1573" y="866"/>
                </a:cubicBezTo>
                <a:cubicBezTo>
                  <a:pt x="1600" y="810"/>
                  <a:pt x="1617" y="766"/>
                  <a:pt x="1625" y="742"/>
                </a:cubicBezTo>
                <a:cubicBezTo>
                  <a:pt x="1696" y="548"/>
                  <a:pt x="1715" y="358"/>
                  <a:pt x="1719" y="317"/>
                </a:cubicBezTo>
                <a:cubicBezTo>
                  <a:pt x="1727" y="235"/>
                  <a:pt x="1731" y="127"/>
                  <a:pt x="1721" y="0"/>
                </a:cubicBezTo>
                <a:close/>
              </a:path>
            </a:pathLst>
          </a:custGeom>
          <a:solidFill>
            <a:srgbClr val="F2A52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E27F8F-E11A-4370-A738-AFEA918C01D0}"/>
              </a:ext>
            </a:extLst>
          </p:cNvPr>
          <p:cNvSpPr txBox="1"/>
          <p:nvPr userDrawn="1"/>
        </p:nvSpPr>
        <p:spPr>
          <a:xfrm>
            <a:off x="4559497" y="370092"/>
            <a:ext cx="3073006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alpha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INTERNAL</a:t>
            </a:r>
            <a:endParaRPr lang="en-IN" sz="5400" dirty="0">
              <a:solidFill>
                <a:schemeClr val="tx1">
                  <a:alpha val="4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9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191E-3E99-F3B9-CA73-29E0D1F5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4427F-370D-3E4B-6628-09208523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98" y="1024128"/>
            <a:ext cx="11297367" cy="51528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7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0CF4-11D2-4487-BF9F-6B05C13B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D3F3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1325A-781E-4A32-7E26-4E139594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CA5D1-B6EC-43FA-B08D-EAF3B1BEC8CE}"/>
              </a:ext>
            </a:extLst>
          </p:cNvPr>
          <p:cNvSpPr/>
          <p:nvPr userDrawn="1"/>
        </p:nvSpPr>
        <p:spPr>
          <a:xfrm>
            <a:off x="0" y="72424"/>
            <a:ext cx="387927" cy="860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4C8E23-5E28-4164-83C5-60D101B43ADE}"/>
              </a:ext>
            </a:extLst>
          </p:cNvPr>
          <p:cNvSpPr/>
          <p:nvPr userDrawn="1"/>
        </p:nvSpPr>
        <p:spPr>
          <a:xfrm>
            <a:off x="0" y="3429000"/>
            <a:ext cx="387927" cy="1193547"/>
          </a:xfrm>
          <a:prstGeom prst="rect">
            <a:avLst/>
          </a:prstGeom>
          <a:solidFill>
            <a:srgbClr val="DD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A981-7AD6-E5BD-2FAE-EC60D190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28B9-7BB6-C182-2F09-868D148FA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935" y="1118043"/>
            <a:ext cx="5540602" cy="51233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BBD3D-12DC-D6C2-865A-E7B1DAD5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9464" y="1118044"/>
            <a:ext cx="5549837" cy="51233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85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4FD8C9C-D82C-40C4-9996-DF728966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288130" cy="86017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59B4F94-4B7E-42A8-BFE5-A61783A98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935" y="1108519"/>
            <a:ext cx="5585746" cy="8239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FE41545-1AAC-4E49-950A-C4A48B97D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935" y="2064892"/>
            <a:ext cx="5585746" cy="4240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E61BE03-52BF-463C-BC34-0AE953197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7637" y="1091406"/>
            <a:ext cx="5392428" cy="8239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7913892-59E3-4D61-BBAF-695FD63B1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7637" y="2064891"/>
            <a:ext cx="5392428" cy="42402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16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C98C-E36A-C933-E95C-EA44EC86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89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93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3E69461-E2A9-4533-A713-F2A2734A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6" y="987425"/>
            <a:ext cx="4319019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334BD0-2B49-4CE5-9FDC-D528B3BC9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450" y="987425"/>
            <a:ext cx="6747544" cy="527076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7C07C45-84BE-4A6D-9C2F-E814A447D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006" y="2057399"/>
            <a:ext cx="4319019" cy="4200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317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4FEA6F-C265-44E9-9282-8F4CA925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24" y="987424"/>
            <a:ext cx="4333001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6DA374C-5D67-4E84-96D0-95955638D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69788" cy="52288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E4EE5BD-E026-4BCB-8AD2-5A2E92294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9024" y="2057400"/>
            <a:ext cx="4333001" cy="41588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710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F6B7392-12C2-4517-A592-0E93DBBA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316911" cy="8601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B23CB2A0-0C35-4A78-B8E3-1FA3BC2A4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2698" y="1024128"/>
            <a:ext cx="11316911" cy="51528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8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>
            <a:extLst>
              <a:ext uri="{FF2B5EF4-FFF2-40B4-BE49-F238E27FC236}">
                <a16:creationId xmlns:a16="http://schemas.microsoft.com/office/drawing/2014/main" id="{22333397-5983-4015-8CE6-081C15296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2614" y="365125"/>
            <a:ext cx="282826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D82638D4-D114-4A2F-B74E-145ED7C1A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791" y="365125"/>
            <a:ext cx="824289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64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31414-51AE-27AE-2D57-7A2B3BFE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5" y="81661"/>
            <a:ext cx="11297366" cy="86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E381467-E2A8-2677-A9C2-3420611D134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42698" y="6519893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© 2024 Aithent Inc.  All Rights Reserved.</a:t>
            </a:r>
            <a:endParaRPr lang="en-US" alt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1E35D0-3230-E656-2B51-C937D64BD08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337782" y="6481486"/>
            <a:ext cx="422803" cy="379885"/>
          </a:xfrm>
          <a:prstGeom prst="rect">
            <a:avLst/>
          </a:prstGeom>
          <a:solidFill>
            <a:srgbClr val="F2A528"/>
          </a:solidFill>
          <a:ln>
            <a:noFill/>
          </a:ln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FDE83-7A46-4DDF-81F2-2E764E4CCCD8}"/>
              </a:ext>
            </a:extLst>
          </p:cNvPr>
          <p:cNvSpPr/>
          <p:nvPr userDrawn="1"/>
        </p:nvSpPr>
        <p:spPr>
          <a:xfrm>
            <a:off x="0" y="72424"/>
            <a:ext cx="387927" cy="860172"/>
          </a:xfrm>
          <a:prstGeom prst="rect">
            <a:avLst/>
          </a:prstGeom>
          <a:solidFill>
            <a:srgbClr val="DD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5A0AA4-5774-4CD8-8235-F9C9B5232650}"/>
              </a:ext>
            </a:extLst>
          </p:cNvPr>
          <p:cNvCxnSpPr/>
          <p:nvPr userDrawn="1"/>
        </p:nvCxnSpPr>
        <p:spPr>
          <a:xfrm>
            <a:off x="-24739" y="6490722"/>
            <a:ext cx="11772000" cy="0"/>
          </a:xfrm>
          <a:prstGeom prst="line">
            <a:avLst/>
          </a:prstGeom>
          <a:ln w="12700">
            <a:solidFill>
              <a:srgbClr val="F2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60F57C-E644-4A29-A7E2-BA5CDB51FE21}"/>
              </a:ext>
            </a:extLst>
          </p:cNvPr>
          <p:cNvSpPr txBox="1"/>
          <p:nvPr userDrawn="1"/>
        </p:nvSpPr>
        <p:spPr>
          <a:xfrm>
            <a:off x="9802254" y="6107917"/>
            <a:ext cx="203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alpha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INTERNAL</a:t>
            </a:r>
            <a:endParaRPr lang="en-IN" sz="2400" dirty="0">
              <a:solidFill>
                <a:schemeClr val="tx1">
                  <a:alpha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FE844FF-FEF8-441C-9F9B-9834FB97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698" y="1024128"/>
            <a:ext cx="11306603" cy="5152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91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1D2E-A358-6051-3DD8-3F2D9FC8B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07F1E-9FFB-846C-F9BD-3A3B8488C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189FC-D407-EF85-8811-DD4C1FDEE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86" y="543166"/>
            <a:ext cx="1800000" cy="67924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7D978EB-8FB9-173E-515E-2BF20D86C3AE}"/>
              </a:ext>
            </a:extLst>
          </p:cNvPr>
          <p:cNvSpPr txBox="1">
            <a:spLocks/>
          </p:cNvSpPr>
          <p:nvPr/>
        </p:nvSpPr>
        <p:spPr>
          <a:xfrm>
            <a:off x="6135624" y="5343525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Presented by: 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Date: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7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0AAA-ABB4-498B-9F6C-7D0B6A36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Indent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81C3-47AD-48FF-993E-E33975AA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Please follow the text indent levels carefully  </a:t>
            </a:r>
          </a:p>
          <a:p>
            <a:r>
              <a:rPr lang="en-IN" dirty="0"/>
              <a:t>First level text</a:t>
            </a:r>
          </a:p>
          <a:p>
            <a:r>
              <a:rPr lang="en-IN" dirty="0"/>
              <a:t>First level text</a:t>
            </a:r>
          </a:p>
          <a:p>
            <a:pPr lvl="1"/>
            <a:r>
              <a:rPr lang="en-IN" dirty="0"/>
              <a:t>Second level text</a:t>
            </a:r>
          </a:p>
          <a:p>
            <a:r>
              <a:rPr lang="en-IN" dirty="0"/>
              <a:t>First level text</a:t>
            </a:r>
          </a:p>
          <a:p>
            <a:pPr lvl="1"/>
            <a:r>
              <a:rPr lang="en-IN" dirty="0"/>
              <a:t>Second level text</a:t>
            </a:r>
          </a:p>
          <a:p>
            <a:pPr lvl="2"/>
            <a:r>
              <a:rPr lang="en-IN" dirty="0"/>
              <a:t>Third level text</a:t>
            </a:r>
          </a:p>
          <a:p>
            <a:pPr lvl="2"/>
            <a:r>
              <a:rPr lang="en-IN" dirty="0"/>
              <a:t>Third level text</a:t>
            </a:r>
          </a:p>
          <a:p>
            <a:pPr lvl="3"/>
            <a:r>
              <a:rPr lang="en-IN" dirty="0"/>
              <a:t>Fourth level text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67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44</Words>
  <Application>Microsoft Office PowerPoint</Application>
  <PresentationFormat>Widescreen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Wingdings</vt:lpstr>
      <vt:lpstr>Office Theme</vt:lpstr>
      <vt:lpstr>Presentation Title</vt:lpstr>
      <vt:lpstr>Text Indent Levels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45</cp:revision>
  <dcterms:created xsi:type="dcterms:W3CDTF">2023-12-19T07:34:16Z</dcterms:created>
  <dcterms:modified xsi:type="dcterms:W3CDTF">2024-06-14T13:36:39Z</dcterms:modified>
</cp:coreProperties>
</file>