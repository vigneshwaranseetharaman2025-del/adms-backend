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8C30"/>
    <a:srgbClr val="539D35"/>
    <a:srgbClr val="63BB3F"/>
    <a:srgbClr val="9148C8"/>
    <a:srgbClr val="AC75D5"/>
    <a:srgbClr val="BC8FDD"/>
    <a:srgbClr val="90C334"/>
    <a:srgbClr val="78BF3D"/>
    <a:srgbClr val="FFFFFF"/>
    <a:srgbClr val="BAD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4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8B69-78E3-4FE1-BF8B-10C5E26B2B3D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10144-6CB1-472D-BEA1-97504520D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5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10144-6CB1-472D-BEA1-97504520D15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7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AE78-BBA2-4EAF-BF3E-64D4A23F1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9004" y="1304212"/>
            <a:ext cx="5114358" cy="2083776"/>
          </a:xfrm>
        </p:spPr>
        <p:txBody>
          <a:bodyPr anchor="t">
            <a:normAutofit/>
          </a:bodyPr>
          <a:lstStyle>
            <a:lvl1pPr algn="l">
              <a:defRPr sz="5400" b="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DB9206FD-6DD5-4293-8685-FB0A7D6B98AD}"/>
              </a:ext>
            </a:extLst>
          </p:cNvPr>
          <p:cNvSpPr/>
          <p:nvPr userDrawn="1"/>
        </p:nvSpPr>
        <p:spPr>
          <a:xfrm rot="16200000">
            <a:off x="31137" y="696003"/>
            <a:ext cx="4386220" cy="3781228"/>
          </a:xfrm>
          <a:prstGeom prst="triangle">
            <a:avLst/>
          </a:prstGeom>
          <a:pattFill prst="ltHorz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612000" bIns="468000" rtlCol="0" anchor="ctr"/>
          <a:lstStyle/>
          <a:p>
            <a:pPr algn="ctr"/>
            <a:endParaRPr lang="en-IN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E32703B-BB7F-4006-BE8B-43B9730288F5}"/>
              </a:ext>
            </a:extLst>
          </p:cNvPr>
          <p:cNvSpPr/>
          <p:nvPr userDrawn="1"/>
        </p:nvSpPr>
        <p:spPr>
          <a:xfrm rot="5400000">
            <a:off x="3160881" y="1526480"/>
            <a:ext cx="3152536" cy="2717702"/>
          </a:xfrm>
          <a:prstGeom prst="triangle">
            <a:avLst/>
          </a:prstGeom>
          <a:gradFill>
            <a:gsLst>
              <a:gs pos="0">
                <a:srgbClr val="BAD228"/>
              </a:gs>
              <a:gs pos="100000">
                <a:srgbClr val="14994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F58E8C4-FDE6-43F5-BB47-44421B6C9AC5}"/>
              </a:ext>
            </a:extLst>
          </p:cNvPr>
          <p:cNvSpPr/>
          <p:nvPr userDrawn="1"/>
        </p:nvSpPr>
        <p:spPr>
          <a:xfrm rot="16200000">
            <a:off x="268606" y="2873451"/>
            <a:ext cx="3152538" cy="2717708"/>
          </a:xfrm>
          <a:prstGeom prst="triangle">
            <a:avLst/>
          </a:prstGeom>
          <a:gradFill>
            <a:gsLst>
              <a:gs pos="0">
                <a:srgbClr val="AC75D5"/>
              </a:gs>
              <a:gs pos="100000">
                <a:srgbClr val="7030A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10212ED-0E93-4B4B-A8B2-BEFAF4FE02CB}"/>
              </a:ext>
            </a:extLst>
          </p:cNvPr>
          <p:cNvSpPr/>
          <p:nvPr userDrawn="1"/>
        </p:nvSpPr>
        <p:spPr>
          <a:xfrm rot="5400000">
            <a:off x="1618518" y="2577250"/>
            <a:ext cx="870790" cy="750684"/>
          </a:xfrm>
          <a:prstGeom prst="triangle">
            <a:avLst/>
          </a:prstGeom>
          <a:gradFill>
            <a:gsLst>
              <a:gs pos="0">
                <a:srgbClr val="AC75D5"/>
              </a:gs>
              <a:gs pos="100000">
                <a:srgbClr val="7030A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20E61D8-4745-4742-AB60-EBCB172CACE1}"/>
              </a:ext>
            </a:extLst>
          </p:cNvPr>
          <p:cNvSpPr/>
          <p:nvPr userDrawn="1"/>
        </p:nvSpPr>
        <p:spPr>
          <a:xfrm rot="5400000">
            <a:off x="1368238" y="4385085"/>
            <a:ext cx="1712018" cy="1475884"/>
          </a:xfrm>
          <a:prstGeom prst="triangle">
            <a:avLst/>
          </a:prstGeom>
          <a:gradFill>
            <a:gsLst>
              <a:gs pos="0">
                <a:srgbClr val="BAD228"/>
              </a:gs>
              <a:gs pos="100000">
                <a:srgbClr val="14994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F2461-0401-4505-942C-DCA659C89E52}"/>
              </a:ext>
            </a:extLst>
          </p:cNvPr>
          <p:cNvSpPr/>
          <p:nvPr userDrawn="1"/>
        </p:nvSpPr>
        <p:spPr>
          <a:xfrm>
            <a:off x="10494335" y="0"/>
            <a:ext cx="1697665" cy="637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626FAB1-D53C-455F-8CE9-A289859AF3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7806" y="3807910"/>
            <a:ext cx="5114358" cy="832802"/>
          </a:xfrm>
          <a:noFill/>
        </p:spPr>
        <p:txBody>
          <a:bodyPr anchor="ctr"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84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4689-B9DD-4CB9-A2C4-D9589522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54C8-1BA9-4207-897A-C05E8BAFBB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9207" y="1512000"/>
            <a:ext cx="11271803" cy="4351338"/>
          </a:xfrm>
        </p:spPr>
        <p:txBody>
          <a:bodyPr lIns="90000"/>
          <a:lstStyle>
            <a:lvl1pPr marL="228600" indent="-228600">
              <a:buSzPct val="80000"/>
              <a:buFont typeface="Courier New" panose="02070309020205020404" pitchFamily="49" charset="0"/>
              <a:buChar char="o"/>
              <a:defRPr b="0">
                <a:latin typeface="+mj-lt"/>
              </a:defRPr>
            </a:lvl1pPr>
            <a:lvl2pPr marL="685800" indent="-228600">
              <a:buFont typeface="Arial" panose="020B0604020202020204" pitchFamily="34" charset="0"/>
              <a:buChar char="•"/>
              <a:defRPr b="0">
                <a:latin typeface="+mj-lt"/>
              </a:defRPr>
            </a:lvl2pPr>
            <a:lvl3pPr marL="1143000" indent="-228600">
              <a:buFont typeface="Wingdings" panose="05000000000000000000" pitchFamily="2" charset="2"/>
              <a:buChar char="Ø"/>
              <a:defRPr sz="1800" b="0">
                <a:latin typeface="+mj-lt"/>
              </a:defRPr>
            </a:lvl3pPr>
            <a:lvl4pPr>
              <a:defRPr sz="1800" b="0">
                <a:latin typeface="+mj-lt"/>
              </a:defRPr>
            </a:lvl4pPr>
            <a:lvl5pPr>
              <a:defRPr sz="1800" b="0">
                <a:latin typeface="+mj-lt"/>
              </a:defRPr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480E-10BE-470C-AD20-A69AFE45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259AD-9926-458D-96D6-1C2FC351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0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1425AF-24A3-4971-BD4A-9F34E325EAD5}"/>
              </a:ext>
            </a:extLst>
          </p:cNvPr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gradFill>
            <a:gsLst>
              <a:gs pos="100000">
                <a:srgbClr val="61BB3F"/>
              </a:gs>
              <a:gs pos="0">
                <a:srgbClr val="95C42B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2EC7D-E649-447D-B150-CD04F8CE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0" y="1709738"/>
            <a:ext cx="688975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0FCF2-B914-4FAE-8882-A791F292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700" y="4589463"/>
            <a:ext cx="68897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FA64A-E7A9-4A4B-B17E-D315C4AC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83A7-AF85-49EC-9F5D-55C5021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82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B6A9-B980-4548-B476-86DB4459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A5E5-4F6A-4D3D-A334-F974CAA4A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207" y="1825625"/>
            <a:ext cx="588059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A89DF-BAB6-4609-97C9-B885CD94C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302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29740-671C-45DC-AB8F-1CABE421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EB51A-7956-4556-BBCC-F7610D70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8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95736-E244-463A-B22C-5CADCD45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6" y="1681163"/>
            <a:ext cx="585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3BE6D-32B4-4393-8C8B-A6EECCC9D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9207" y="2505075"/>
            <a:ext cx="585836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4F6B7-136F-40BF-B843-53B435140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64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85AB3-B511-4B2D-9EA6-FAC1C4CE2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664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A5E2C-7718-44B3-8459-DD86E763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92128-5147-459E-ABD3-CEC0D785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7BBC9F4-020F-4B9F-B5BB-BAE3DC5A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56515"/>
            <a:ext cx="1159940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A01F-35A1-4A51-B22A-5040860D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425EF-7135-4D96-A9DC-FD466170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FC488-DABD-463E-A2D3-40450CDE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43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FD56-848E-4DE0-BECC-E1E9A184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46295-5FC0-4FE6-885E-FC04A2DD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CDA38-11CC-4E4D-911E-FF39A3CB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9610" y="6356350"/>
            <a:ext cx="3227070" cy="365125"/>
          </a:xfrm>
          <a:prstGeom prst="rect">
            <a:avLst/>
          </a:prstGeom>
        </p:spPr>
        <p:txBody>
          <a:bodyPr/>
          <a:lstStyle/>
          <a:p>
            <a:fld id="{4DF4A454-7452-459D-B4D2-4B61A2BA7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60F2-3F73-4FF4-B44F-BE5206CC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8063-22C6-4EF5-ACC5-AE3A2721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CE716-1DE2-4766-A672-7011BCEE3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35D81-F0BA-470C-A7AD-35B28CB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2249-EFEA-4611-8335-0A680532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0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60C2-B89D-49A7-AC94-CC7515EA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AC59B-AE48-416F-9BA0-C969AF52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619C3-448C-4B84-A899-8956994C4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0AD0C-C150-4B62-9931-3F333B4F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B1207-E608-49BF-A314-06949D66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29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EA84-7B62-4459-A3DC-685C0AEF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5D17A-F89A-4926-9A6B-A34ADBA6A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97425-F6A8-4405-835C-9E2AC33E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152B5-B02F-429E-AAAB-2A47DBBD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13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8A1DC-136A-47AF-94CE-8BC3D34F6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81666-D138-4819-A0AC-59D1E8017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9207" y="365125"/>
            <a:ext cx="843329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1FA1-2B8D-4296-A0FA-4787A931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57E4C-6FD5-4242-AB3E-FE953965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7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0F8993-B2C8-4CA9-BEAC-6E8A3734A4B1}"/>
              </a:ext>
            </a:extLst>
          </p:cNvPr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gradFill>
            <a:gsLst>
              <a:gs pos="100000">
                <a:srgbClr val="61BB3F"/>
              </a:gs>
              <a:gs pos="0">
                <a:srgbClr val="95C42B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EA7E7-D3F7-4E99-BC6B-B8CB61C3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8" y="61594"/>
            <a:ext cx="10854857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0CD40-A00D-454C-B2A0-B8E7C0CE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7" y="149605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9BE5CFD-5C8C-4E84-B5FF-E26EB3C54A2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938261" y="6480810"/>
            <a:ext cx="2987040" cy="4027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16" tIns="45358" rIns="90716" bIns="4535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0" hangingPunct="0">
              <a:defRPr/>
            </a:pPr>
            <a:r>
              <a:rPr lang="en-US" altLang="en-US" sz="1300" dirty="0">
                <a:solidFill>
                  <a:schemeClr val="bg1"/>
                </a:solidFill>
                <a:latin typeface="+mn-lt"/>
                <a:ea typeface="Calibri" pitchFamily="34" charset="0"/>
                <a:cs typeface="Calibri" pitchFamily="34" charset="0"/>
              </a:rPr>
              <a:t>© 2022 Aithent Inc.  All Rights Reserved. </a:t>
            </a:r>
            <a:r>
              <a:rPr lang="en-IN" sz="1300" dirty="0">
                <a:solidFill>
                  <a:schemeClr val="bg1"/>
                </a:solidFill>
                <a:latin typeface="+mn-lt"/>
              </a:rPr>
              <a:t>| </a:t>
            </a:r>
            <a:fld id="{90B17A53-B51B-4487-867F-1C83F1AD35A1}" type="slidenum">
              <a:rPr lang="en-US" altLang="en-US" sz="1300" smtClean="0">
                <a:solidFill>
                  <a:schemeClr val="bg1"/>
                </a:solidFill>
                <a:latin typeface="+mn-lt"/>
              </a:rPr>
              <a:pPr algn="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68BA10-490E-4EF0-A6E1-28ABC2364A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1685" y="130174"/>
            <a:ext cx="900000" cy="33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2BB3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086C-E1D1-48A7-9D57-ABEE01271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pPr algn="l"/>
            <a:r>
              <a:rPr lang="en-IN" dirty="0"/>
              <a:t>Presentation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C6C15-39ED-48EC-BB15-9AEE59E28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417" y="196272"/>
            <a:ext cx="1992775" cy="75199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C1FC3A1-5C2C-437B-9545-7182EFE82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7806" y="3807910"/>
            <a:ext cx="5114358" cy="832802"/>
          </a:xfrm>
        </p:spPr>
        <p:txBody>
          <a:bodyPr/>
          <a:lstStyle/>
          <a:p>
            <a:r>
              <a:rPr lang="en-IN" dirty="0"/>
              <a:t>Presentation Sub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ADC01F1-2261-4F97-848D-1DDBFB2E43F0}"/>
              </a:ext>
            </a:extLst>
          </p:cNvPr>
          <p:cNvSpPr txBox="1">
            <a:spLocks/>
          </p:cNvSpPr>
          <p:nvPr/>
        </p:nvSpPr>
        <p:spPr>
          <a:xfrm>
            <a:off x="6370711" y="5459502"/>
            <a:ext cx="5114358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Presented by: </a:t>
            </a:r>
          </a:p>
          <a:p>
            <a:r>
              <a:rPr lang="en-US" sz="1800" dirty="0"/>
              <a:t>Date: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3254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FA50-D256-4390-95F7-742CB066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00D1-3349-4CF3-83E9-D3AE374F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43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11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Wingdings</vt:lpstr>
      <vt:lpstr>Office Theme</vt:lpstr>
      <vt:lpstr>Presentation 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Shivakumar M.</dc:creator>
  <cp:lastModifiedBy>Shivakumar M.</cp:lastModifiedBy>
  <cp:revision>32</cp:revision>
  <dcterms:created xsi:type="dcterms:W3CDTF">2021-12-22T07:32:57Z</dcterms:created>
  <dcterms:modified xsi:type="dcterms:W3CDTF">2022-01-28T16:00:25Z</dcterms:modified>
</cp:coreProperties>
</file>